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67" r:id="rId5"/>
    <p:sldId id="258" r:id="rId6"/>
    <p:sldId id="268" r:id="rId7"/>
    <p:sldId id="269" r:id="rId8"/>
    <p:sldId id="273" r:id="rId22"/>
    <p:sldId id="260" r:id="rId9"/>
    <p:sldId id="261" r:id="rId10"/>
    <p:sldId id="263" r:id="rId11"/>
    <p:sldId id="266" r:id="rId12"/>
    <p:sldId id="271" r:id="rId13"/>
    <p:sldId id="272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C6A"/>
    <a:srgbClr val="0B0B0B"/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15708-40E9-4C10-8EE6-A30783E43E32}" v="132" dt="2026-06-05T10:27:2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8" y="9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riss BOUAMOR" userId="c7283c53-3a8e-4cae-81c6-957eafec47bf" providerId="ADAL" clId="{1BF00E94-7ABA-45F9-A21A-E87FACA44403}"/>
    <pc:docChg chg="undo redo custSel addSld delSld modSld sldOrd">
      <pc:chgData name="Idriss BOUAMOR" userId="c7283c53-3a8e-4cae-81c6-957eafec47bf" providerId="ADAL" clId="{1BF00E94-7ABA-45F9-A21A-E87FACA44403}" dt="2026-06-05T10:31:12.069" v="528" actId="478"/>
      <pc:docMkLst>
        <pc:docMk/>
      </pc:docMkLst>
      <pc:sldChg chg="addSp modSp mod">
        <pc:chgData name="Idriss BOUAMOR" userId="c7283c53-3a8e-4cae-81c6-957eafec47bf" providerId="ADAL" clId="{1BF00E94-7ABA-45F9-A21A-E87FACA44403}" dt="2026-06-04T23:59:16.588" v="149"/>
        <pc:sldMkLst>
          <pc:docMk/>
          <pc:sldMk cId="0" sldId="256"/>
        </pc:sldMkLst>
        <pc:spChg chg="mod">
          <ac:chgData name="Idriss BOUAMOR" userId="c7283c53-3a8e-4cae-81c6-957eafec47bf" providerId="ADAL" clId="{1BF00E94-7ABA-45F9-A21A-E87FACA44403}" dt="2026-06-04T23:59:16.588" v="1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5-28T16:01:43.393" v="28"/>
          <ac:spMkLst>
            <pc:docMk/>
            <pc:sldMk cId="0" sldId="256"/>
            <ac:spMk id="7" creationId="{00000000-0000-0000-0000-000000000000}"/>
          </ac:spMkLst>
        </pc:spChg>
        <pc:picChg chg="mod modCrop">
          <ac:chgData name="Idriss BOUAMOR" userId="c7283c53-3a8e-4cae-81c6-957eafec47bf" providerId="ADAL" clId="{1BF00E94-7ABA-45F9-A21A-E87FACA44403}" dt="2026-05-28T16:01:26.820" v="26" actId="732"/>
          <ac:picMkLst>
            <pc:docMk/>
            <pc:sldMk cId="0" sldId="256"/>
            <ac:picMk id="16" creationId="{79CD3B59-39C0-ACED-5BC7-A8FB5A484F83}"/>
          </ac:picMkLst>
        </pc:picChg>
        <pc:picChg chg="add mod">
          <ac:chgData name="Idriss BOUAMOR" userId="c7283c53-3a8e-4cae-81c6-957eafec47bf" providerId="ADAL" clId="{1BF00E94-7ABA-45F9-A21A-E87FACA44403}" dt="2026-05-28T15:59:41.425" v="24" actId="1076"/>
          <ac:picMkLst>
            <pc:docMk/>
            <pc:sldMk cId="0" sldId="256"/>
            <ac:picMk id="1026" creationId="{AD6C1075-5E4D-7FB9-6B89-7A222ABCEEBB}"/>
          </ac:picMkLst>
        </pc:picChg>
        <pc:picChg chg="add mod">
          <ac:chgData name="Idriss BOUAMOR" userId="c7283c53-3a8e-4cae-81c6-957eafec47bf" providerId="ADAL" clId="{1BF00E94-7ABA-45F9-A21A-E87FACA44403}" dt="2026-05-28T15:59:46.786" v="25" actId="14100"/>
          <ac:picMkLst>
            <pc:docMk/>
            <pc:sldMk cId="0" sldId="256"/>
            <ac:picMk id="1028" creationId="{1E758383-214F-944C-50CB-5C8C3E7C2555}"/>
          </ac:picMkLst>
        </pc:picChg>
      </pc:sldChg>
      <pc:sldChg chg="modSp mod">
        <pc:chgData name="Idriss BOUAMOR" userId="c7283c53-3a8e-4cae-81c6-957eafec47bf" providerId="ADAL" clId="{1BF00E94-7ABA-45F9-A21A-E87FACA44403}" dt="2026-06-05T09:17:22.814" v="485" actId="20578"/>
        <pc:sldMkLst>
          <pc:docMk/>
          <pc:sldMk cId="0" sldId="257"/>
        </pc:sldMkLst>
        <pc:spChg chg="mod">
          <ac:chgData name="Idriss BOUAMOR" userId="c7283c53-3a8e-4cae-81c6-957eafec47bf" providerId="ADAL" clId="{1BF00E94-7ABA-45F9-A21A-E87FACA44403}" dt="2026-06-04T23:16:53.509" v="32"/>
          <ac:spMkLst>
            <pc:docMk/>
            <pc:sldMk cId="0" sldId="257"/>
            <ac:spMk id="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9:17:22.814" v="485" actId="205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17:06.460" v="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19:51.632" v="47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Idriss BOUAMOR" userId="c7283c53-3a8e-4cae-81c6-957eafec47bf" providerId="ADAL" clId="{1BF00E94-7ABA-45F9-A21A-E87FACA44403}" dt="2026-06-05T00:02:13.184" v="171" actId="478"/>
        <pc:sldMkLst>
          <pc:docMk/>
          <pc:sldMk cId="0" sldId="258"/>
        </pc:sldMkLst>
        <pc:spChg chg="del mod">
          <ac:chgData name="Idriss BOUAMOR" userId="c7283c53-3a8e-4cae-81c6-957eafec47bf" providerId="ADAL" clId="{1BF00E94-7ABA-45F9-A21A-E87FACA44403}" dt="2026-06-05T00:02:13.184" v="171" actId="478"/>
          <ac:spMkLst>
            <pc:docMk/>
            <pc:sldMk cId="0" sldId="258"/>
            <ac:spMk id="6" creationId="{E4A15AC0-8F27-6A56-FA39-795B08034C6C}"/>
          </ac:spMkLst>
        </pc:spChg>
        <pc:spChg chg="mod">
          <ac:chgData name="Idriss BOUAMOR" userId="c7283c53-3a8e-4cae-81c6-957eafec47bf" providerId="ADAL" clId="{1BF00E94-7ABA-45F9-A21A-E87FACA44403}" dt="2026-06-04T23:56:03.196" v="147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Idriss BOUAMOR" userId="c7283c53-3a8e-4cae-81c6-957eafec47bf" providerId="ADAL" clId="{1BF00E94-7ABA-45F9-A21A-E87FACA44403}" dt="2026-06-04T23:21:34.564" v="63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2:09.327" v="170" actId="1035"/>
          <ac:spMkLst>
            <pc:docMk/>
            <pc:sldMk cId="0" sldId="258"/>
            <ac:spMk id="24" creationId="{00000000-0000-0000-0000-000000000000}"/>
          </ac:spMkLst>
        </pc:spChg>
        <pc:spChg chg="add del">
          <ac:chgData name="Idriss BOUAMOR" userId="c7283c53-3a8e-4cae-81c6-957eafec47bf" providerId="ADAL" clId="{1BF00E94-7ABA-45F9-A21A-E87FACA44403}" dt="2026-06-04T23:21:34.192" v="62" actId="47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4T23:20:12.456" v="57" actId="1076"/>
          <ac:spMkLst>
            <pc:docMk/>
            <pc:sldMk cId="0" sldId="258"/>
            <ac:spMk id="29" creationId="{2DE1224C-CE31-BDD7-0371-AA0210E56B10}"/>
          </ac:spMkLst>
        </pc:spChg>
        <pc:picChg chg="del">
          <ac:chgData name="Idriss BOUAMOR" userId="c7283c53-3a8e-4cae-81c6-957eafec47bf" providerId="ADAL" clId="{1BF00E94-7ABA-45F9-A21A-E87FACA44403}" dt="2026-06-05T00:00:27.452" v="150" actId="478"/>
          <ac:picMkLst>
            <pc:docMk/>
            <pc:sldMk cId="0" sldId="258"/>
            <ac:picMk id="9" creationId="{9D451520-4FA5-AAED-9BD4-238490500858}"/>
          </ac:picMkLst>
        </pc:picChg>
        <pc:cxnChg chg="mod">
          <ac:chgData name="Idriss BOUAMOR" userId="c7283c53-3a8e-4cae-81c6-957eafec47bf" providerId="ADAL" clId="{1BF00E94-7ABA-45F9-A21A-E87FACA44403}" dt="2026-06-04T23:20:12.456" v="57" actId="1076"/>
          <ac:cxnSpMkLst>
            <pc:docMk/>
            <pc:sldMk cId="0" sldId="258"/>
            <ac:cxnSpMk id="35" creationId="{CBC3C3C7-DAA4-F304-0435-9B538F88FB2B}"/>
          </ac:cxnSpMkLst>
        </pc:cxnChg>
      </pc:sldChg>
      <pc:sldChg chg="add del setBg">
        <pc:chgData name="Idriss BOUAMOR" userId="c7283c53-3a8e-4cae-81c6-957eafec47bf" providerId="ADAL" clId="{1BF00E94-7ABA-45F9-A21A-E87FACA44403}" dt="2026-06-04T23:32:35.062" v="92"/>
        <pc:sldMkLst>
          <pc:docMk/>
          <pc:sldMk cId="0" sldId="259"/>
        </pc:sldMkLst>
      </pc:sldChg>
      <pc:sldChg chg="addSp delSp modSp mod">
        <pc:chgData name="Idriss BOUAMOR" userId="c7283c53-3a8e-4cae-81c6-957eafec47bf" providerId="ADAL" clId="{1BF00E94-7ABA-45F9-A21A-E87FACA44403}" dt="2026-06-05T10:31:12.069" v="528" actId="478"/>
        <pc:sldMkLst>
          <pc:docMk/>
          <pc:sldMk cId="0" sldId="260"/>
        </pc:sldMkLst>
        <pc:spChg chg="mod">
          <ac:chgData name="Idriss BOUAMOR" userId="c7283c53-3a8e-4cae-81c6-957eafec47bf" providerId="ADAL" clId="{1BF00E94-7ABA-45F9-A21A-E87FACA44403}" dt="2026-06-05T00:07:50.879" v="200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00.919" v="182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16" creationId="{CE6F882C-1FDB-4E36-C841-60EA86C07C8E}"/>
          </ac:spMkLst>
        </pc:spChg>
        <pc:spChg chg="mod">
          <ac:chgData name="Idriss BOUAMOR" userId="c7283c53-3a8e-4cae-81c6-957eafec47bf" providerId="ADAL" clId="{1BF00E94-7ABA-45F9-A21A-E87FACA44403}" dt="2026-06-05T08:56:01.633" v="47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6:23.633" v="518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50.879" v="200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6:13.941" v="179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24" creationId="{00000000-0000-0000-0000-000000000000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24" creationId="{BCE27D46-E6E6-9419-C475-79D4D7593B91}"/>
          </ac:spMkLst>
        </pc:spChg>
        <pc:spChg chg="mod">
          <ac:chgData name="Idriss BOUAMOR" userId="c7283c53-3a8e-4cae-81c6-957eafec47bf" providerId="ADAL" clId="{1BF00E94-7ABA-45F9-A21A-E87FACA44403}" dt="2026-06-05T10:19:49.934" v="491"/>
          <ac:spMkLst>
            <pc:docMk/>
            <pc:sldMk cId="0" sldId="260"/>
            <ac:spMk id="2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0:46.687" v="498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7:33.421" v="522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8:07.777" v="215" actId="1036"/>
          <ac:spMkLst>
            <pc:docMk/>
            <pc:sldMk cId="0" sldId="260"/>
            <ac:spMk id="31" creationId="{00000000-0000-0000-0000-000000000000}"/>
          </ac:spMkLst>
        </pc:spChg>
        <pc:spChg chg="del mod">
          <ac:chgData name="Idriss BOUAMOR" userId="c7283c53-3a8e-4cae-81c6-957eafec47bf" providerId="ADAL" clId="{1BF00E94-7ABA-45F9-A21A-E87FACA44403}" dt="2026-06-05T00:06:54.052" v="181" actId="47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02.252" v="501"/>
          <ac:spMkLst>
            <pc:docMk/>
            <pc:sldMk cId="0" sldId="260"/>
            <ac:spMk id="33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13.343" v="50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35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00:07:31.956" v="197" actId="1035"/>
          <ac:spMkLst>
            <pc:docMk/>
            <pc:sldMk cId="0" sldId="260"/>
            <ac:spMk id="36" creationId="{00000000-0000-0000-0000-000000000000}"/>
          </ac:spMkLst>
        </pc:spChg>
        <pc:spChg chg="mod">
          <ac:chgData name="Idriss BOUAMOR" userId="c7283c53-3a8e-4cae-81c6-957eafec47bf" providerId="ADAL" clId="{1BF00E94-7ABA-45F9-A21A-E87FACA44403}" dt="2026-06-05T10:21:50.745" v="507"/>
          <ac:spMkLst>
            <pc:docMk/>
            <pc:sldMk cId="0" sldId="260"/>
            <ac:spMk id="38" creationId="{0A541AB5-6326-424C-1497-C99BD3ECF578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39" creationId="{D0D674A4-4438-717C-FD37-0F07ADE103FC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40" creationId="{45FE1E81-C8C1-E68B-DEFB-B35BDCFA6650}"/>
          </ac:spMkLst>
        </pc:spChg>
        <pc:spChg chg="add mod">
          <ac:chgData name="Idriss BOUAMOR" userId="c7283c53-3a8e-4cae-81c6-957eafec47bf" providerId="ADAL" clId="{1BF00E94-7ABA-45F9-A21A-E87FACA44403}" dt="2026-06-05T00:07:45.811" v="199" actId="571"/>
          <ac:spMkLst>
            <pc:docMk/>
            <pc:sldMk cId="0" sldId="260"/>
            <ac:spMk id="41" creationId="{FE584EFC-8C63-A03D-BA9D-DEC9CF425F49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2" creationId="{3D4EC517-9020-F5C1-C100-60E98F727C2B}"/>
          </ac:spMkLst>
        </pc:spChg>
        <pc:spChg chg="add del mod">
          <ac:chgData name="Idriss BOUAMOR" userId="c7283c53-3a8e-4cae-81c6-957eafec47bf" providerId="ADAL" clId="{1BF00E94-7ABA-45F9-A21A-E87FACA44403}" dt="2026-06-05T00:23:04.735" v="312" actId="478"/>
          <ac:spMkLst>
            <pc:docMk/>
            <pc:sldMk cId="0" sldId="260"/>
            <ac:spMk id="42" creationId="{DD9D99BD-904C-AE2D-38FC-EE47D27B514A}"/>
          </ac:spMkLst>
        </pc:spChg>
        <pc:spChg chg="add del mod">
          <ac:chgData name="Idriss BOUAMOR" userId="c7283c53-3a8e-4cae-81c6-957eafec47bf" providerId="ADAL" clId="{1BF00E94-7ABA-45F9-A21A-E87FACA44403}" dt="2026-06-05T10:31:12.069" v="528" actId="478"/>
          <ac:spMkLst>
            <pc:docMk/>
            <pc:sldMk cId="0" sldId="260"/>
            <ac:spMk id="43" creationId="{853B002B-B460-BC0A-6664-B3E61AE27444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4" creationId="{AAEF3844-103E-3C55-1CE7-28CECAA1D64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5" creationId="{55575D55-F35D-73A6-89C6-5886DD6EA27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6" creationId="{2082994B-4FEC-7DE0-1A13-21E7931AA056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7" creationId="{522BE663-BE5E-8AC3-D8CE-6D9D5E82393A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48" creationId="{22D9D9BD-A78F-EB58-0B0A-8839D96D7FCC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50" creationId="{D28D2A97-07AE-E630-CC0A-7ABB67D98FBD}"/>
          </ac:spMkLst>
        </pc:spChg>
        <pc:spChg chg="add mod">
          <ac:chgData name="Idriss BOUAMOR" userId="c7283c53-3a8e-4cae-81c6-957eafec47bf" providerId="ADAL" clId="{1BF00E94-7ABA-45F9-A21A-E87FACA44403}" dt="2026-06-05T10:20:15.121" v="494"/>
          <ac:spMkLst>
            <pc:docMk/>
            <pc:sldMk cId="0" sldId="260"/>
            <ac:spMk id="55" creationId="{00774C2D-0035-490D-B501-CAE4E5BE11B9}"/>
          </ac:spMkLst>
        </pc:spChg>
      </pc:sldChg>
      <pc:sldChg chg="add del">
        <pc:chgData name="Idriss BOUAMOR" userId="c7283c53-3a8e-4cae-81c6-957eafec47bf" providerId="ADAL" clId="{1BF00E94-7ABA-45F9-A21A-E87FACA44403}" dt="2026-05-28T15:57:11.672" v="2" actId="47"/>
        <pc:sldMkLst>
          <pc:docMk/>
          <pc:sldMk cId="0" sldId="263"/>
        </pc:sldMkLst>
      </pc:sldChg>
      <pc:sldChg chg="modSp mod">
        <pc:chgData name="Idriss BOUAMOR" userId="c7283c53-3a8e-4cae-81c6-957eafec47bf" providerId="ADAL" clId="{1BF00E94-7ABA-45F9-A21A-E87FACA44403}" dt="2026-06-05T00:37:39.709" v="472"/>
        <pc:sldMkLst>
          <pc:docMk/>
          <pc:sldMk cId="3555662421" sldId="266"/>
        </pc:sldMkLst>
        <pc:spChg chg="mod">
          <ac:chgData name="Idriss BOUAMOR" userId="c7283c53-3a8e-4cae-81c6-957eafec47bf" providerId="ADAL" clId="{1BF00E94-7ABA-45F9-A21A-E87FACA44403}" dt="2026-06-05T00:37:39.709" v="472"/>
          <ac:spMkLst>
            <pc:docMk/>
            <pc:sldMk cId="3555662421" sldId="266"/>
            <ac:spMk id="25" creationId="{25657DB9-DEB6-233A-9083-CB1D8A4B50D3}"/>
          </ac:spMkLst>
        </pc:spChg>
      </pc:sldChg>
      <pc:sldChg chg="modSp mod ord">
        <pc:chgData name="Idriss BOUAMOR" userId="c7283c53-3a8e-4cae-81c6-957eafec47bf" providerId="ADAL" clId="{1BF00E94-7ABA-45F9-A21A-E87FACA44403}" dt="2026-06-05T09:13:54.601" v="480"/>
        <pc:sldMkLst>
          <pc:docMk/>
          <pc:sldMk cId="3646157414" sldId="267"/>
        </pc:sldMkLst>
        <pc:spChg chg="mod">
          <ac:chgData name="Idriss BOUAMOR" userId="c7283c53-3a8e-4cae-81c6-957eafec47bf" providerId="ADAL" clId="{1BF00E94-7ABA-45F9-A21A-E87FACA44403}" dt="2026-06-04T23:41:25.660" v="106"/>
          <ac:spMkLst>
            <pc:docMk/>
            <pc:sldMk cId="3646157414" sldId="267"/>
            <ac:spMk id="28" creationId="{D87CD255-72D4-B9D6-4D22-088C6361FF1D}"/>
          </ac:spMkLst>
        </pc:spChg>
        <pc:spChg chg="mod">
          <ac:chgData name="Idriss BOUAMOR" userId="c7283c53-3a8e-4cae-81c6-957eafec47bf" providerId="ADAL" clId="{1BF00E94-7ABA-45F9-A21A-E87FACA44403}" dt="2026-06-04T23:22:01.831" v="66"/>
          <ac:spMkLst>
            <pc:docMk/>
            <pc:sldMk cId="3646157414" sldId="267"/>
            <ac:spMk id="32" creationId="{28079546-6FEC-930C-DC55-DD728DA52E66}"/>
          </ac:spMkLst>
        </pc:spChg>
        <pc:spChg chg="mod">
          <ac:chgData name="Idriss BOUAMOR" userId="c7283c53-3a8e-4cae-81c6-957eafec47bf" providerId="ADAL" clId="{1BF00E94-7ABA-45F9-A21A-E87FACA44403}" dt="2026-06-04T23:22:14.395" v="69"/>
          <ac:spMkLst>
            <pc:docMk/>
            <pc:sldMk cId="3646157414" sldId="267"/>
            <ac:spMk id="36" creationId="{EBE689C5-F744-5747-935D-D1E20EC144EA}"/>
          </ac:spMkLst>
        </pc:spChg>
        <pc:spChg chg="mod">
          <ac:chgData name="Idriss BOUAMOR" userId="c7283c53-3a8e-4cae-81c6-957eafec47bf" providerId="ADAL" clId="{1BF00E94-7ABA-45F9-A21A-E87FACA44403}" dt="2026-06-04T23:22:54.157" v="75"/>
          <ac:spMkLst>
            <pc:docMk/>
            <pc:sldMk cId="3646157414" sldId="267"/>
            <ac:spMk id="37" creationId="{30250B88-F8DE-1C52-4065-05865655FFFD}"/>
          </ac:spMkLst>
        </pc:spChg>
        <pc:spChg chg="mod">
          <ac:chgData name="Idriss BOUAMOR" userId="c7283c53-3a8e-4cae-81c6-957eafec47bf" providerId="ADAL" clId="{1BF00E94-7ABA-45F9-A21A-E87FACA44403}" dt="2026-06-04T23:22:25.595" v="72"/>
          <ac:spMkLst>
            <pc:docMk/>
            <pc:sldMk cId="3646157414" sldId="267"/>
            <ac:spMk id="41" creationId="{794A4362-9BE6-A7D7-E2AB-A0437C082939}"/>
          </ac:spMkLst>
        </pc:spChg>
        <pc:spChg chg="mod">
          <ac:chgData name="Idriss BOUAMOR" userId="c7283c53-3a8e-4cae-81c6-957eafec47bf" providerId="ADAL" clId="{1BF00E94-7ABA-45F9-A21A-E87FACA44403}" dt="2026-06-04T23:26:24.759" v="84"/>
          <ac:spMkLst>
            <pc:docMk/>
            <pc:sldMk cId="3646157414" sldId="267"/>
            <ac:spMk id="45" creationId="{7A6BDBCC-9E77-1973-EFEE-980316D16812}"/>
          </ac:spMkLst>
        </pc:spChg>
      </pc:sldChg>
      <pc:sldChg chg="modSp mod ord">
        <pc:chgData name="Idriss BOUAMOR" userId="c7283c53-3a8e-4cae-81c6-957eafec47bf" providerId="ADAL" clId="{1BF00E94-7ABA-45F9-A21A-E87FACA44403}" dt="2026-06-05T09:14:14.753" v="484"/>
        <pc:sldMkLst>
          <pc:docMk/>
          <pc:sldMk cId="118401503" sldId="268"/>
        </pc:sldMkLst>
        <pc:spChg chg="mod">
          <ac:chgData name="Idriss BOUAMOR" userId="c7283c53-3a8e-4cae-81c6-957eafec47bf" providerId="ADAL" clId="{1BF00E94-7ABA-45F9-A21A-E87FACA44403}" dt="2026-06-04T23:28:33.052" v="88"/>
          <ac:spMkLst>
            <pc:docMk/>
            <pc:sldMk cId="118401503" sldId="268"/>
            <ac:spMk id="49" creationId="{13220B92-9995-6139-E4B6-F4E3D4FE2F4C}"/>
          </ac:spMkLst>
        </pc:spChg>
        <pc:spChg chg="mod">
          <ac:chgData name="Idriss BOUAMOR" userId="c7283c53-3a8e-4cae-81c6-957eafec47bf" providerId="ADAL" clId="{1BF00E94-7ABA-45F9-A21A-E87FACA44403}" dt="2026-06-05T00:04:34.585" v="177"/>
          <ac:spMkLst>
            <pc:docMk/>
            <pc:sldMk cId="118401503" sldId="268"/>
            <ac:spMk id="50" creationId="{49D1B554-580F-674C-6D3C-55CF99FD683B}"/>
          </ac:spMkLst>
        </pc:spChg>
        <pc:spChg chg="mod">
          <ac:chgData name="Idriss BOUAMOR" userId="c7283c53-3a8e-4cae-81c6-957eafec47bf" providerId="ADAL" clId="{1BF00E94-7ABA-45F9-A21A-E87FACA44403}" dt="2026-06-05T00:03:48.480" v="174"/>
          <ac:spMkLst>
            <pc:docMk/>
            <pc:sldMk cId="118401503" sldId="268"/>
            <ac:spMk id="65" creationId="{E44E1C95-D57D-CE95-A591-422B833BFEF5}"/>
          </ac:spMkLst>
        </pc:spChg>
        <pc:spChg chg="mod">
          <ac:chgData name="Idriss BOUAMOR" userId="c7283c53-3a8e-4cae-81c6-957eafec47bf" providerId="ADAL" clId="{1BF00E94-7ABA-45F9-A21A-E87FACA44403}" dt="2026-06-05T00:04:11.640" v="175" actId="20577"/>
          <ac:spMkLst>
            <pc:docMk/>
            <pc:sldMk cId="118401503" sldId="268"/>
            <ac:spMk id="71" creationId="{A69BA2AB-C216-F5D9-ACF2-74AD46E51246}"/>
          </ac:spMkLst>
        </pc:spChg>
      </pc:sldChg>
      <pc:sldChg chg="modSp mod ord">
        <pc:chgData name="Idriss BOUAMOR" userId="c7283c53-3a8e-4cae-81c6-957eafec47bf" providerId="ADAL" clId="{1BF00E94-7ABA-45F9-A21A-E87FACA44403}" dt="2026-06-04T23:42:22.792" v="109"/>
        <pc:sldMkLst>
          <pc:docMk/>
          <pc:sldMk cId="1923523958" sldId="269"/>
        </pc:sldMkLst>
        <pc:spChg chg="mod">
          <ac:chgData name="Idriss BOUAMOR" userId="c7283c53-3a8e-4cae-81c6-957eafec47bf" providerId="ADAL" clId="{1BF00E94-7ABA-45F9-A21A-E87FACA44403}" dt="2026-06-04T23:42:22.792" v="109"/>
          <ac:spMkLst>
            <pc:docMk/>
            <pc:sldMk cId="1923523958" sldId="269"/>
            <ac:spMk id="21" creationId="{1791173F-DAFF-64D8-15FA-B068E892691B}"/>
          </ac:spMkLst>
        </pc:spChg>
      </pc:sldChg>
      <pc:sldChg chg="addSp delSp modSp add mod">
        <pc:chgData name="Idriss BOUAMOR" userId="c7283c53-3a8e-4cae-81c6-957eafec47bf" providerId="ADAL" clId="{1BF00E94-7ABA-45F9-A21A-E87FACA44403}" dt="2026-06-05T00:22:14.652" v="311" actId="1035"/>
        <pc:sldMkLst>
          <pc:docMk/>
          <pc:sldMk cId="1112557600" sldId="270"/>
        </pc:sldMkLst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2" creationId="{64C2F468-2FD7-F2B5-9B53-AE3A948CDF9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" creationId="{DA2F6B92-414F-75C0-7F89-06B4E728A41B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3" creationId="{72A7090E-FC1A-8868-4DCE-814A8C70C57A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4" creationId="{5BA9BABD-C38D-0814-2259-637995574D10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4" creationId="{EBD0EACF-B854-CE91-5743-45B0AC560E1F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6" creationId="{B4D91179-3878-1CF6-C9C6-12B04D353B86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8" creationId="{F8758174-C5D8-4356-07ED-91B132BAF94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9" creationId="{347D3C10-EF2A-DEC6-1803-258E178A2DE8}"/>
          </ac:spMkLst>
        </pc:spChg>
        <pc:spChg chg="mod">
          <ac:chgData name="Idriss BOUAMOR" userId="c7283c53-3a8e-4cae-81c6-957eafec47bf" providerId="ADAL" clId="{1BF00E94-7ABA-45F9-A21A-E87FACA44403}" dt="2026-06-05T00:12:16.861" v="228"/>
          <ac:spMkLst>
            <pc:docMk/>
            <pc:sldMk cId="1112557600" sldId="270"/>
            <ac:spMk id="9" creationId="{8C752E0E-9AEB-1630-E0EF-175059F5DE30}"/>
          </ac:spMkLst>
        </pc:spChg>
        <pc:spChg chg="add mod">
          <ac:chgData name="Idriss BOUAMOR" userId="c7283c53-3a8e-4cae-81c6-957eafec47bf" providerId="ADAL" clId="{1BF00E94-7ABA-45F9-A21A-E87FACA44403}" dt="2026-06-05T00:12:29.797" v="231"/>
          <ac:spMkLst>
            <pc:docMk/>
            <pc:sldMk cId="1112557600" sldId="270"/>
            <ac:spMk id="10" creationId="{2C2A9744-77CF-257B-65F0-884B9E24B94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0" creationId="{58E5F9CD-68E3-6711-E6D7-690139F1A859}"/>
          </ac:spMkLst>
        </pc:spChg>
        <pc:spChg chg="mod">
          <ac:chgData name="Idriss BOUAMOR" userId="c7283c53-3a8e-4cae-81c6-957eafec47bf" providerId="ADAL" clId="{1BF00E94-7ABA-45F9-A21A-E87FACA44403}" dt="2026-06-05T00:19:25.977" v="284" actId="1076"/>
          <ac:spMkLst>
            <pc:docMk/>
            <pc:sldMk cId="1112557600" sldId="270"/>
            <ac:spMk id="11" creationId="{8D669297-2FDA-2C1F-1C52-F7CA4D2B71C8}"/>
          </ac:spMkLst>
        </pc:spChg>
        <pc:spChg chg="mod">
          <ac:chgData name="Idriss BOUAMOR" userId="c7283c53-3a8e-4cae-81c6-957eafec47bf" providerId="ADAL" clId="{1BF00E94-7ABA-45F9-A21A-E87FACA44403}" dt="2026-06-05T00:21:20.075" v="305" actId="20577"/>
          <ac:spMkLst>
            <pc:docMk/>
            <pc:sldMk cId="1112557600" sldId="270"/>
            <ac:spMk id="12" creationId="{DFB81681-DA4C-02DB-1DF7-0F2E5B5ECF6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3" creationId="{3CAE0C11-F109-2920-4A63-005A28D7F218}"/>
          </ac:spMkLst>
        </pc:spChg>
        <pc:spChg chg="mod">
          <ac:chgData name="Idriss BOUAMOR" userId="c7283c53-3a8e-4cae-81c6-957eafec47bf" providerId="ADAL" clId="{1BF00E94-7ABA-45F9-A21A-E87FACA44403}" dt="2026-06-05T00:21:19.670" v="303"/>
          <ac:spMkLst>
            <pc:docMk/>
            <pc:sldMk cId="1112557600" sldId="270"/>
            <ac:spMk id="13" creationId="{E28D781D-D1AA-B5E2-C1DE-EBA9627E6D7E}"/>
          </ac:spMkLst>
        </pc:spChg>
        <pc:spChg chg="mod">
          <ac:chgData name="Idriss BOUAMOR" userId="c7283c53-3a8e-4cae-81c6-957eafec47bf" providerId="ADAL" clId="{1BF00E94-7ABA-45F9-A21A-E87FACA44403}" dt="2026-06-05T00:15:18.671" v="265" actId="1076"/>
          <ac:spMkLst>
            <pc:docMk/>
            <pc:sldMk cId="1112557600" sldId="270"/>
            <ac:spMk id="14" creationId="{49E6953B-D63F-6574-E6F9-E7097EDCEAA3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5" creationId="{97E2C700-23B0-E99A-040D-CC5E2641542A}"/>
          </ac:spMkLst>
        </pc:spChg>
        <pc:spChg chg="add 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6" creationId="{CC379CF9-67EC-2BAC-16D8-639627142B3C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6" creationId="{F2A72B7B-7484-0DBB-7D5A-04D04C809CBB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7" creationId="{17F4CB40-83B0-0A2A-8863-B70569090C43}"/>
          </ac:spMkLst>
        </pc:spChg>
        <pc:spChg chg="mod">
          <ac:chgData name="Idriss BOUAMOR" userId="c7283c53-3a8e-4cae-81c6-957eafec47bf" providerId="ADAL" clId="{1BF00E94-7ABA-45F9-A21A-E87FACA44403}" dt="2026-06-05T00:16:13.796" v="266" actId="1076"/>
          <ac:spMkLst>
            <pc:docMk/>
            <pc:sldMk cId="1112557600" sldId="270"/>
            <ac:spMk id="17" creationId="{31FB12FA-A984-4D1B-66A8-552C6CB3177F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8" creationId="{1DC5BFC4-B838-7619-F5AF-2E08DF6D705D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18" creationId="{921A8980-6E5B-F2B1-E599-9A8A0F85255B}"/>
          </ac:spMkLst>
        </pc:spChg>
        <pc:spChg chg="del">
          <ac:chgData name="Idriss BOUAMOR" userId="c7283c53-3a8e-4cae-81c6-957eafec47bf" providerId="ADAL" clId="{1BF00E94-7ABA-45F9-A21A-E87FACA44403}" dt="2026-06-04T23:33:12.351" v="96" actId="478"/>
          <ac:spMkLst>
            <pc:docMk/>
            <pc:sldMk cId="1112557600" sldId="270"/>
            <ac:spMk id="19" creationId="{3A1A95CE-9186-EDC0-1925-9F2D46F3E154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19" creationId="{D1F273B9-AFA9-2362-71A9-A76E134BDB56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0" creationId="{0BADC2FE-93BD-CF7D-7F95-78736BE754EA}"/>
          </ac:spMkLst>
        </pc:spChg>
        <pc:spChg chg="mod">
          <ac:chgData name="Idriss BOUAMOR" userId="c7283c53-3a8e-4cae-81c6-957eafec47bf" providerId="ADAL" clId="{1BF00E94-7ABA-45F9-A21A-E87FACA44403}" dt="2026-06-05T00:22:14.652" v="311" actId="1035"/>
          <ac:spMkLst>
            <pc:docMk/>
            <pc:sldMk cId="1112557600" sldId="270"/>
            <ac:spMk id="20" creationId="{89536EF6-D139-94B3-AD53-0E4E9FA56470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1" creationId="{B77B1BF0-C33D-B704-BA61-940544A1D6AA}"/>
          </ac:spMkLst>
        </pc:spChg>
        <pc:spChg chg="del">
          <ac:chgData name="Idriss BOUAMOR" userId="c7283c53-3a8e-4cae-81c6-957eafec47bf" providerId="ADAL" clId="{1BF00E94-7ABA-45F9-A21A-E87FACA44403}" dt="2026-06-04T23:33:06.542" v="95" actId="478"/>
          <ac:spMkLst>
            <pc:docMk/>
            <pc:sldMk cId="1112557600" sldId="270"/>
            <ac:spMk id="22" creationId="{915392BA-5837-D8DF-24F9-D85483A748D6}"/>
          </ac:spMkLst>
        </pc:spChg>
        <pc:spChg chg="add 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2" creationId="{AF43106C-3738-4259-3A81-1CC21471EEF5}"/>
          </ac:spMkLst>
        </pc:spChg>
        <pc:spChg chg="mod">
          <ac:chgData name="Idriss BOUAMOR" userId="c7283c53-3a8e-4cae-81c6-957eafec47bf" providerId="ADAL" clId="{1BF00E94-7ABA-45F9-A21A-E87FACA44403}" dt="2026-06-05T00:16:29.638" v="268" actId="1076"/>
          <ac:spMkLst>
            <pc:docMk/>
            <pc:sldMk cId="1112557600" sldId="270"/>
            <ac:spMk id="23" creationId="{FE9340EF-2C6A-D637-7048-03594E4A9D4C}"/>
          </ac:spMkLst>
        </pc:spChg>
        <pc:spChg chg="add mod">
          <ac:chgData name="Idriss BOUAMOR" userId="c7283c53-3a8e-4cae-81c6-957eafec47bf" providerId="ADAL" clId="{1BF00E94-7ABA-45F9-A21A-E87FACA44403}" dt="2026-06-04T23:39:22.233" v="100"/>
          <ac:spMkLst>
            <pc:docMk/>
            <pc:sldMk cId="1112557600" sldId="270"/>
            <ac:spMk id="24" creationId="{76CA5F81-B111-E0C3-45BB-A9D282D618FA}"/>
          </ac:spMkLst>
        </pc:spChg>
        <pc:spChg chg="mod">
          <ac:chgData name="Idriss BOUAMOR" userId="c7283c53-3a8e-4cae-81c6-957eafec47bf" providerId="ADAL" clId="{1BF00E94-7ABA-45F9-A21A-E87FACA44403}" dt="2026-06-05T00:15:12.399" v="264" actId="1035"/>
          <ac:spMkLst>
            <pc:docMk/>
            <pc:sldMk cId="1112557600" sldId="270"/>
            <ac:spMk id="25" creationId="{088C8EA3-5CC8-E5C6-147C-857EB3E92263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6" creationId="{05D9EF9A-C2AF-3BB6-7623-9F5212E9F9AC}"/>
          </ac:spMkLst>
        </pc:spChg>
        <pc:spChg chg="mod">
          <ac:chgData name="Idriss BOUAMOR" userId="c7283c53-3a8e-4cae-81c6-957eafec47bf" providerId="ADAL" clId="{1BF00E94-7ABA-45F9-A21A-E87FACA44403}" dt="2026-06-05T00:21:40.609" v="309" actId="1076"/>
          <ac:spMkLst>
            <pc:docMk/>
            <pc:sldMk cId="1112557600" sldId="270"/>
            <ac:spMk id="26" creationId="{A57AEEB6-1465-C9DB-B7F4-7B78BCE5D289}"/>
          </ac:spMkLst>
        </pc:spChg>
        <pc:spChg chg="add mod">
          <ac:chgData name="Idriss BOUAMOR" userId="c7283c53-3a8e-4cae-81c6-957eafec47bf" providerId="ADAL" clId="{1BF00E94-7ABA-45F9-A21A-E87FACA44403}" dt="2026-06-05T00:17:27.441" v="278" actId="20577"/>
          <ac:spMkLst>
            <pc:docMk/>
            <pc:sldMk cId="1112557600" sldId="270"/>
            <ac:spMk id="27" creationId="{464FAF44-579A-DF37-245C-69D275CE032F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8" creationId="{FF131E16-D547-ABBA-62EC-84E0F1F6FDBF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29" creationId="{1D6F2289-A3EF-413B-0674-474129861911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2" creationId="{3CA85915-F1F0-40C4-C14C-1DA0B93D69D7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3" creationId="{DF06801D-E304-FABC-4F86-30F5D43FCBF4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5" creationId="{7CFB7883-62A5-90B1-498D-C83A2A33E3DB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6" creationId="{B054F6D2-5CFB-76E8-DBF2-00EBE24D943C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37" creationId="{C4C5AC16-15E5-5CCF-83BC-25C0BACD28EE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40" creationId="{C265BD84-902A-B7C3-094F-6CD4C4BB5524}"/>
          </ac:spMkLst>
        </pc:spChg>
        <pc:spChg chg="add mod">
          <ac:chgData name="Idriss BOUAMOR" userId="c7283c53-3a8e-4cae-81c6-957eafec47bf" providerId="ADAL" clId="{1BF00E94-7ABA-45F9-A21A-E87FACA44403}" dt="2026-06-04T23:33:02.310" v="94"/>
          <ac:spMkLst>
            <pc:docMk/>
            <pc:sldMk cId="1112557600" sldId="270"/>
            <ac:spMk id="42" creationId="{982CBACF-6DC1-D64F-55A0-C8FDE5770986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49" creationId="{E1634FF3-B466-77E6-40A9-0F63D81B6861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0" creationId="{6C4505AC-1B3A-53D3-903E-7BD077D6647D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2" creationId="{CC67C3FB-A5E5-4C17-D785-23928C9CE329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3" creationId="{12367F28-6EEE-A23E-C127-88931CAC695D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55" creationId="{F91520A8-959B-1A7D-3F81-638F354E4AFA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59" creationId="{AF71BCC6-7A8F-DA9B-790B-BC704647A97E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60" creationId="{EBA95E11-7D9D-EA54-7BA9-8167B021683F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62" creationId="{D8F2FA74-62B7-E615-014E-F112158A1532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65" creationId="{381552BA-D626-CF64-9E9F-BFB6B71A72E0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1" creationId="{B2D7E1AE-2480-C3F2-DC78-534A35DE6026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2" creationId="{1F72E7F8-AE6E-346B-C3BB-86EC2BD3466F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73" creationId="{FEAA6F21-A378-F8EE-9934-F6E998962F67}"/>
          </ac:spMkLst>
        </pc:spChg>
        <pc:spChg chg="add mod">
          <ac:chgData name="Idriss BOUAMOR" userId="c7283c53-3a8e-4cae-81c6-957eafec47bf" providerId="ADAL" clId="{1BF00E94-7ABA-45F9-A21A-E87FACA44403}" dt="2026-06-04T23:33:13.866" v="97"/>
          <ac:spMkLst>
            <pc:docMk/>
            <pc:sldMk cId="1112557600" sldId="270"/>
            <ac:spMk id="74" creationId="{C2C70125-B6CA-530B-485B-6C3A3A37D5EB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75" creationId="{9AA5F60E-A52A-3F97-475C-80349F7EED1E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6" creationId="{E5FFE21C-A3FB-2AAB-9C21-EA1362382FC1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8" creationId="{7BA787A3-B93E-37D9-CDDA-C7E3679D80F4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79" creationId="{3FBBB762-DFB4-DE9C-E186-E644B23E1D6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81" creationId="{D243DAAB-ADA4-B0A8-7121-CFF0D426409B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82" creationId="{773CC4E0-11C4-E41D-2F47-B57C702B113C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88" creationId="{2B4DDB23-7BA7-1D1F-CBF7-01763B98E29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90" creationId="{92BAAD17-0C6B-F933-08D4-E1F0DD6953C0}"/>
          </ac:spMkLst>
        </pc:spChg>
        <pc:spChg chg="add del mod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2" creationId="{3BE00964-8317-35E2-B16B-0F4EA29307D5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4" creationId="{96CCFA08-56E8-6D99-F904-6910F4EE3515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95" creationId="{4F81F548-69CD-8063-7374-FC0E009FA3D9}"/>
          </ac:spMkLst>
        </pc:spChg>
        <pc:spChg chg="del">
          <ac:chgData name="Idriss BOUAMOR" userId="c7283c53-3a8e-4cae-81c6-957eafec47bf" providerId="ADAL" clId="{1BF00E94-7ABA-45F9-A21A-E87FACA44403}" dt="2026-06-04T23:39:18.888" v="99" actId="478"/>
          <ac:spMkLst>
            <pc:docMk/>
            <pc:sldMk cId="1112557600" sldId="270"/>
            <ac:spMk id="99" creationId="{38BA922C-C12C-C6F7-E98F-A61803C5E7DD}"/>
          </ac:spMkLst>
        </pc:spChg>
        <pc:spChg chg="add mod">
          <ac:chgData name="Idriss BOUAMOR" userId="c7283c53-3a8e-4cae-81c6-957eafec47bf" providerId="ADAL" clId="{1BF00E94-7ABA-45F9-A21A-E87FACA44403}" dt="2026-06-04T23:38:01.185" v="98"/>
          <ac:spMkLst>
            <pc:docMk/>
            <pc:sldMk cId="1112557600" sldId="270"/>
            <ac:spMk id="100" creationId="{588DD706-BCED-94D5-BAE6-22D82CD20888}"/>
          </ac:spMkLst>
        </pc:spChg>
      </pc:sldChg>
      <pc:sldChg chg="addSp delSp modSp add mod">
        <pc:chgData name="Idriss BOUAMOR" userId="c7283c53-3a8e-4cae-81c6-957eafec47bf" providerId="ADAL" clId="{1BF00E94-7ABA-45F9-A21A-E87FACA44403}" dt="2026-06-05T00:30:35.508" v="458" actId="20577"/>
        <pc:sldMkLst>
          <pc:docMk/>
          <pc:sldMk cId="1028328688" sldId="271"/>
        </pc:sldMkLst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2" creationId="{7594C4F3-926E-A76C-C283-9216C140736E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" creationId="{525994B8-A51F-5593-1B82-F74AA679A838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5" creationId="{0350790C-9718-BE3E-DBF4-3A039A15450D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6" creationId="{A5E3C042-EB9F-F497-9C0F-3FCBAF00D5F9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7" creationId="{892FB59E-57F2-511B-7D44-36028BB3AE0C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8" creationId="{1BAC1433-285D-C06B-CFDF-E4DAD1F06A65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9" creationId="{405EEFA8-1FF0-D6E7-BFA0-23378E2EEEFA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1" creationId="{44D09C02-8600-E9C4-3EB4-3F6A482C8CA7}"/>
          </ac:spMkLst>
        </pc:spChg>
        <pc:spChg chg="add del mod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12" creationId="{9BDD5950-E314-4814-3294-5B2F6982E39F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3" creationId="{1303AAC8-3FD4-FE96-3E7D-6CD495BDF5BA}"/>
          </ac:spMkLst>
        </pc:spChg>
        <pc:spChg chg="add mod">
          <ac:chgData name="Idriss BOUAMOR" userId="c7283c53-3a8e-4cae-81c6-957eafec47bf" providerId="ADAL" clId="{1BF00E94-7ABA-45F9-A21A-E87FACA44403}" dt="2026-06-04T23:46:57.243" v="136"/>
          <ac:spMkLst>
            <pc:docMk/>
            <pc:sldMk cId="1028328688" sldId="271"/>
            <ac:spMk id="14" creationId="{C1681D59-7259-14F7-C8F6-ECD369A5497C}"/>
          </ac:spMkLst>
        </pc:spChg>
        <pc:spChg chg="add mod">
          <ac:chgData name="Idriss BOUAMOR" userId="c7283c53-3a8e-4cae-81c6-957eafec47bf" providerId="ADAL" clId="{1BF00E94-7ABA-45F9-A21A-E87FACA44403}" dt="2026-06-04T23:47:01.192" v="138"/>
          <ac:spMkLst>
            <pc:docMk/>
            <pc:sldMk cId="1028328688" sldId="271"/>
            <ac:spMk id="15" creationId="{EF321A82-AACD-BFD1-0FDE-8AD6BEDD15F0}"/>
          </ac:spMkLst>
        </pc:spChg>
        <pc:spChg chg="mod">
          <ac:chgData name="Idriss BOUAMOR" userId="c7283c53-3a8e-4cae-81c6-957eafec47bf" providerId="ADAL" clId="{1BF00E94-7ABA-45F9-A21A-E87FACA44403}" dt="2026-06-05T00:30:35.508" v="458" actId="20577"/>
          <ac:spMkLst>
            <pc:docMk/>
            <pc:sldMk cId="1028328688" sldId="271"/>
            <ac:spMk id="16" creationId="{74588536-1294-CAD5-964E-462961AE128A}"/>
          </ac:spMkLst>
        </pc:spChg>
        <pc:spChg chg="add mod">
          <ac:chgData name="Idriss BOUAMOR" userId="c7283c53-3a8e-4cae-81c6-957eafec47bf" providerId="ADAL" clId="{1BF00E94-7ABA-45F9-A21A-E87FACA44403}" dt="2026-06-05T00:24:22.729" v="341" actId="1036"/>
          <ac:spMkLst>
            <pc:docMk/>
            <pc:sldMk cId="1028328688" sldId="271"/>
            <ac:spMk id="17" creationId="{D089EDC3-EA66-8C07-6E10-D0823E76370A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18" creationId="{5B4E9789-1729-D681-D728-9ABFC921B69A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19" creationId="{CFCA9B45-A7D0-ADBA-A2E5-79D7565B8E6B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2" creationId="{8CF38B06-06F8-04C8-B48B-7CA252F2C5A3}"/>
          </ac:spMkLst>
        </pc:spChg>
        <pc:spChg chg="add mod">
          <ac:chgData name="Idriss BOUAMOR" userId="c7283c53-3a8e-4cae-81c6-957eafec47bf" providerId="ADAL" clId="{1BF00E94-7ABA-45F9-A21A-E87FACA44403}" dt="2026-06-05T00:25:08.344" v="357"/>
          <ac:spMkLst>
            <pc:docMk/>
            <pc:sldMk cId="1028328688" sldId="271"/>
            <ac:spMk id="23" creationId="{95566AAC-08F8-5EB5-99CE-355F1F3F2B5D}"/>
          </ac:spMkLst>
        </pc:spChg>
        <pc:spChg chg="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4" creationId="{F9EE34FD-3449-1DDF-2610-8E98B605BB8B}"/>
          </ac:spMkLst>
        </pc:spChg>
        <pc:spChg chg="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6" creationId="{C67E211A-0065-180F-C340-C7FF85E4259F}"/>
          </ac:spMkLst>
        </pc:spChg>
        <pc:spChg chg="add mod">
          <ac:chgData name="Idriss BOUAMOR" userId="c7283c53-3a8e-4cae-81c6-957eafec47bf" providerId="ADAL" clId="{1BF00E94-7ABA-45F9-A21A-E87FACA44403}" dt="2026-06-05T00:25:25.032" v="360"/>
          <ac:spMkLst>
            <pc:docMk/>
            <pc:sldMk cId="1028328688" sldId="271"/>
            <ac:spMk id="27" creationId="{003A7E1D-CAC5-3E3E-9AFF-845377CB1454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8" creationId="{2413CA9D-36DE-8A4F-BB0D-1693ABAA9A7D}"/>
          </ac:spMkLst>
        </pc:spChg>
        <pc:spChg chg="add mod">
          <ac:chgData name="Idriss BOUAMOR" userId="c7283c53-3a8e-4cae-81c6-957eafec47bf" providerId="ADAL" clId="{1BF00E94-7ABA-45F9-A21A-E87FACA44403}" dt="2026-06-05T00:24:28.622" v="354" actId="1036"/>
          <ac:spMkLst>
            <pc:docMk/>
            <pc:sldMk cId="1028328688" sldId="271"/>
            <ac:spMk id="29" creationId="{7FB5A61B-51E3-61A6-D5CC-0BAF72E401F5}"/>
          </ac:spMkLst>
        </pc:spChg>
        <pc:spChg chg="add mod">
          <ac:chgData name="Idriss BOUAMOR" userId="c7283c53-3a8e-4cae-81c6-957eafec47bf" providerId="ADAL" clId="{1BF00E94-7ABA-45F9-A21A-E87FACA44403}" dt="2026-06-05T00:25:59.202" v="367"/>
          <ac:spMkLst>
            <pc:docMk/>
            <pc:sldMk cId="1028328688" sldId="271"/>
            <ac:spMk id="30" creationId="{FF174784-0240-721A-00EF-73052AE5EDF1}"/>
          </ac:spMkLst>
        </pc:spChg>
        <pc:spChg chg="add mod">
          <ac:chgData name="Idriss BOUAMOR" userId="c7283c53-3a8e-4cae-81c6-957eafec47bf" providerId="ADAL" clId="{1BF00E94-7ABA-45F9-A21A-E87FACA44403}" dt="2026-06-04T23:47:01.192" v="138"/>
          <ac:spMkLst>
            <pc:docMk/>
            <pc:sldMk cId="1028328688" sldId="271"/>
            <ac:spMk id="31" creationId="{9DA29DBA-9E0E-27D0-31D2-AD00BA377D2A}"/>
          </ac:spMkLst>
        </pc:spChg>
        <pc:spChg chg="add mod">
          <ac:chgData name="Idriss BOUAMOR" userId="c7283c53-3a8e-4cae-81c6-957eafec47bf" providerId="ADAL" clId="{1BF00E94-7ABA-45F9-A21A-E87FACA44403}" dt="2026-06-05T00:29:44.445" v="455" actId="20577"/>
          <ac:spMkLst>
            <pc:docMk/>
            <pc:sldMk cId="1028328688" sldId="271"/>
            <ac:spMk id="32" creationId="{F0EC074E-6983-C5F0-4264-5A72BD9E6852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36" creationId="{B921B558-A5CB-80EA-4637-B54C5149F38D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0" creationId="{651BE161-637B-8EA4-3F4F-3FA82B203E0B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7" creationId="{D306C976-A08F-94DA-8B0D-190FC3B55C37}"/>
          </ac:spMkLst>
        </pc:spChg>
        <pc:spChg chg="del">
          <ac:chgData name="Idriss BOUAMOR" userId="c7283c53-3a8e-4cae-81c6-957eafec47bf" providerId="ADAL" clId="{1BF00E94-7ABA-45F9-A21A-E87FACA44403}" dt="2026-06-04T23:47:00.358" v="137" actId="478"/>
          <ac:spMkLst>
            <pc:docMk/>
            <pc:sldMk cId="1028328688" sldId="271"/>
            <ac:spMk id="49" creationId="{1A141F24-0A1F-C74D-2D9F-BDC070758133}"/>
          </ac:spMkLst>
        </pc:spChg>
      </pc:sldChg>
      <pc:sldChg chg="new del">
        <pc:chgData name="Idriss BOUAMOR" userId="c7283c53-3a8e-4cae-81c6-957eafec47bf" providerId="ADAL" clId="{1BF00E94-7ABA-45F9-A21A-E87FACA44403}" dt="2026-06-04T23:47:19.977" v="140" actId="47"/>
        <pc:sldMkLst>
          <pc:docMk/>
          <pc:sldMk cId="1935927631" sldId="272"/>
        </pc:sldMkLst>
      </pc:sldChg>
      <pc:sldChg chg="addSp delSp modSp add mod">
        <pc:chgData name="Idriss BOUAMOR" userId="c7283c53-3a8e-4cae-81c6-957eafec47bf" providerId="ADAL" clId="{1BF00E94-7ABA-45F9-A21A-E87FACA44403}" dt="2026-06-05T00:32:31.781" v="468"/>
        <pc:sldMkLst>
          <pc:docMk/>
          <pc:sldMk cId="3277662151" sldId="272"/>
        </pc:sldMkLst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2" creationId="{D7C1EA0C-D7AD-A104-63ED-1D89C99479C1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3" creationId="{D798B583-0042-1EC8-658A-060FFB2EA0C7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4" creationId="{FCEADDD5-97FD-AF29-F4FC-A98AF64F0F6E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5" creationId="{55FAD4F7-B94A-00ED-5F49-B9249229C343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6" creationId="{1EE03B31-2FB2-3459-164C-077858429DB8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8" creationId="{06638311-B8EA-452E-16F5-4D08539DF216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9" creationId="{BE92EC56-B26B-54D3-ED57-1225C39885BB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0" creationId="{61C18357-4B00-0B3C-3B65-668BC3FC81A4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1" creationId="{12BF3DBA-01F2-23A0-76F5-90B8F7E79BF4}"/>
          </ac:spMkLst>
        </pc:spChg>
        <pc:spChg chg="add del mod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2" creationId="{8015580B-7DD5-25CB-98A2-CD032B5AB876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3" creationId="{FE004B72-5CED-C7FA-5645-88DA7A5C4908}"/>
          </ac:spMkLst>
        </pc:spChg>
        <pc:spChg chg="add mod">
          <ac:chgData name="Idriss BOUAMOR" userId="c7283c53-3a8e-4cae-81c6-957eafec47bf" providerId="ADAL" clId="{1BF00E94-7ABA-45F9-A21A-E87FACA44403}" dt="2026-06-04T23:47:26.352" v="142"/>
          <ac:spMkLst>
            <pc:docMk/>
            <pc:sldMk cId="3277662151" sldId="272"/>
            <ac:spMk id="14" creationId="{F01E7952-F0DF-2424-B8EC-62D420C716C0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5" creationId="{AD08011A-0840-4FEC-BFFA-C2C2C45D6D23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16" creationId="{123130CE-0223-24EB-2E75-D912239190EC}"/>
          </ac:spMkLst>
        </pc:spChg>
        <pc:spChg chg="add mod">
          <ac:chgData name="Idriss BOUAMOR" userId="c7283c53-3a8e-4cae-81c6-957eafec47bf" providerId="ADAL" clId="{1BF00E94-7ABA-45F9-A21A-E87FACA44403}" dt="2026-06-05T00:32:01.130" v="465" actId="20577"/>
          <ac:spMkLst>
            <pc:docMk/>
            <pc:sldMk cId="3277662151" sldId="272"/>
            <ac:spMk id="21" creationId="{3627D74E-8F7C-2785-6B89-C537982EAB7E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3" creationId="{D21651A6-B777-0D4B-6F3A-2942A6EEFE95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4" creationId="{11882AF8-948E-A95A-B9AE-42A73700559C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25" creationId="{68115AFF-CD98-6B0D-50C1-ED639E8272BD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6" creationId="{A972B001-D960-88AA-553F-0E50874B6F75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28" creationId="{33833CBA-7512-B2F4-DBBD-E8611C5840F7}"/>
          </ac:spMkLst>
        </pc:spChg>
        <pc:spChg chg="del">
          <ac:chgData name="Idriss BOUAMOR" userId="c7283c53-3a8e-4cae-81c6-957eafec47bf" providerId="ADAL" clId="{1BF00E94-7ABA-45F9-A21A-E87FACA44403}" dt="2026-06-04T23:47:28.401" v="143" actId="478"/>
          <ac:spMkLst>
            <pc:docMk/>
            <pc:sldMk cId="3277662151" sldId="272"/>
            <ac:spMk id="31" creationId="{C7F220A3-F141-7873-7076-A80537EADD6E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2" creationId="{1B628867-AD36-3180-E44E-60DBE6CF123B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3" creationId="{BE09705E-DE7A-85AE-5334-C9F169BE20E2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4" creationId="{9F71F773-B715-BDCC-5BC7-B8BFEEAA034D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5" creationId="{977F94BC-9B5F-3BEF-DC6D-E53B0591BEA9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6" creationId="{D0816B0E-0A55-A2F4-746E-B19BBBED387A}"/>
          </ac:spMkLst>
        </pc:spChg>
        <pc:spChg chg="add mod">
          <ac:chgData name="Idriss BOUAMOR" userId="c7283c53-3a8e-4cae-81c6-957eafec47bf" providerId="ADAL" clId="{1BF00E94-7ABA-45F9-A21A-E87FACA44403}" dt="2026-06-05T00:32:31.781" v="468"/>
          <ac:spMkLst>
            <pc:docMk/>
            <pc:sldMk cId="3277662151" sldId="272"/>
            <ac:spMk id="37" creationId="{7F0C8621-9D45-7937-5ED3-966F0041FC6B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38" creationId="{C551246A-EB8A-ABC9-E8CA-4C417FA716E0}"/>
          </ac:spMkLst>
        </pc:spChg>
        <pc:spChg chg="del">
          <ac:chgData name="Idriss BOUAMOR" userId="c7283c53-3a8e-4cae-81c6-957eafec47bf" providerId="ADAL" clId="{1BF00E94-7ABA-45F9-A21A-E87FACA44403}" dt="2026-06-05T00:31:26.849" v="459" actId="478"/>
          <ac:spMkLst>
            <pc:docMk/>
            <pc:sldMk cId="3277662151" sldId="272"/>
            <ac:spMk id="39" creationId="{F9397C2B-1040-B238-63D9-3586451F8FC1}"/>
          </ac:spMkLst>
        </pc:spChg>
        <pc:spChg chg="add mod">
          <ac:chgData name="Idriss BOUAMOR" userId="c7283c53-3a8e-4cae-81c6-957eafec47bf" providerId="ADAL" clId="{1BF00E94-7ABA-45F9-A21A-E87FACA44403}" dt="2026-06-04T23:47:29.184" v="144"/>
          <ac:spMkLst>
            <pc:docMk/>
            <pc:sldMk cId="3277662151" sldId="272"/>
            <ac:spMk id="40" creationId="{79DEAF67-5433-344D-D745-0F7E7B230CA4}"/>
          </ac:spMkLst>
        </pc:spChg>
        <pc:spChg chg="add mod">
          <ac:chgData name="Idriss BOUAMOR" userId="c7283c53-3a8e-4cae-81c6-957eafec47bf" providerId="ADAL" clId="{1BF00E94-7ABA-45F9-A21A-E87FACA44403}" dt="2026-06-05T00:31:37.632" v="460"/>
          <ac:spMkLst>
            <pc:docMk/>
            <pc:sldMk cId="3277662151" sldId="272"/>
            <ac:spMk id="41" creationId="{80400845-2147-5D77-9A05-DFF531E51F3D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4F48E-4243-4598-AAF2-2C82A8056802}" type="datetimeFigureOut">
              <a:rPr lang="fr-FR" smtClean="0"/>
              <a:t>05/06/2026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CC1EF-0E49-4602-AAD8-AD7422B66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8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1787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3CC4-A6C1-25FF-74AD-4DDD72E0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C85827-9690-DE53-AA20-AE3555D0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AAC8AD-0D2D-5255-B418-1F3FA29E5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A45253-FECB-0DE7-77CE-4F1CA770D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64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C5E3-1F6A-0E90-A28C-1A7F3A21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6CE1C3-8493-58A5-2E34-AFBD5B786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275CEB-D678-E6EC-19BA-223749EE1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2BCCB4-26AA-3E5F-D114-6944C2058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0767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5365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3FAA-80C2-EA34-71A3-207095C7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51C817-66CF-EE0B-6F42-4699FC487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AAF843-3F8E-EB57-3510-E2019958B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Mettre le processus and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321C80-CE11-5A65-9B27-653DF82F1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32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E420-96C6-2D67-3292-D6084101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44F9DB-0705-FE92-59D3-8F2E3CA0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065819-09E1-E9D6-58AC-2BD083349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 xml:space="preserve">Turn the </a:t>
            </a:r>
            <a:r>
              <a:rPr lang="fr-FR" dirty="0" err="1"/>
              <a:t>problems</a:t>
            </a:r>
            <a:r>
              <a:rPr lang="fr-FR" dirty="0"/>
              <a:t xml:space="preserve"> </a:t>
            </a:r>
            <a:r>
              <a:rPr lang="fr-FR" dirty="0" err="1"/>
              <a:t>with</a:t>
            </a:r>
            <a:r>
              <a:rPr lang="fr-FR" dirty="0"/>
              <a:t xml:space="preserve"> </a:t>
            </a:r>
            <a:r>
              <a:rPr lang="fr-FR" dirty="0" err="1"/>
              <a:t>quantiter</a:t>
            </a:r>
            <a:r>
              <a:rPr lang="fr-FR"/>
              <a:t xml:space="preserve">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1F23E2-5D8A-909A-A959-6730B40E8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2119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CC1EF-0E49-4602-AAD8-AD7422B66454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27925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00443-9565-49D7-A9B4-C25376090D62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DFA9-B961-41F6-AFF1-75E87504CF9B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A0D70-EEF7-40E3-8F3A-74D62FFA5D07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148-BEEE-484F-80F2-B2BF9FFB9F88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A9A1E-F92E-4F1B-9373-79B3F8793BF8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1233-682C-4C72-A00A-5FBC93744CCB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6E86-55EE-48C9-A51B-A1C34AC0F67A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555C-AE1B-4342-9AAC-117EB1CB69CE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E269-56F1-4FA0-A9DA-4FC0B9535F17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E0AAC-CF8E-4DFD-9D96-9EA288FFEE16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137D-D583-4A55-9EE5-9882F4125FB2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7B79D-DC0E-4E7D-9799-E726259AA110}" type="datetime1">
              <a:rPr lang="en-US" smtClean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5067965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noProof="0" dirty="0">
                <a:solidFill>
                  <a:srgbClr val="F5F0E8"/>
                </a:solidFill>
                <a:latin typeface="Montserrat"/>
              </a:rPr>
              <a:t>The first social platform turning fashion inspiration into ethical choices.</a:t>
            </a:r>
            <a:endParaRPr lang="en-GB" sz="18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D4AF37"/>
                </a:solidFill>
                <a:latin typeface="Montserrat"/>
              </a:rPr>
              <a:t>Solo Founder · MVP Stage · Beta Launch 2026</a:t>
            </a:r>
          </a:p>
          <a:p>
            <a:pPr algn="ctr"/>
            <a:r>
              <a:rPr lang="en-GB" sz="1200" dirty="0">
                <a:solidFill>
                  <a:srgbClr val="D4AF37"/>
                </a:solidFill>
                <a:latin typeface="Montserrat"/>
              </a:rPr>
              <a:t>https://wearaura.netlify.app/</a:t>
            </a:r>
            <a:endParaRPr lang="en-GB" sz="1200" b="0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9CD3B59-39C0-ACED-5BC7-A8FB5A48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116"/>
          <a:stretch>
            <a:fillRect/>
          </a:stretch>
        </p:blipFill>
        <p:spPr>
          <a:xfrm>
            <a:off x="2862738" y="-242749"/>
            <a:ext cx="6463348" cy="5098526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68AE1872-C33F-CD6A-37A3-C31676F8F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199E7B0F-BC16-9AFF-187A-92E992C2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5D4CF42C-55B3-9814-A0DD-3D2B88D86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3B55CC-A247-8E9A-F71E-B6DDD76FD2D8}"/>
              </a:ext>
            </a:extLst>
          </p:cNvPr>
          <p:cNvSpPr/>
          <p:nvPr/>
        </p:nvSpPr>
        <p:spPr>
          <a:xfrm>
            <a:off x="4548902" y="274480"/>
            <a:ext cx="2987040" cy="3332465"/>
          </a:xfrm>
          <a:prstGeom prst="rect">
            <a:avLst/>
          </a:prstGeom>
          <a:solidFill>
            <a:srgbClr val="0B0B0B"/>
          </a:solidFill>
          <a:ln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8C41A60-A9E1-603E-8E24-CE6E081597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89" t="58085" r="57914" b="15595"/>
          <a:stretch>
            <a:fillRect/>
          </a:stretch>
        </p:blipFill>
        <p:spPr>
          <a:xfrm>
            <a:off x="4412750" y="-44615"/>
            <a:ext cx="3259344" cy="3651560"/>
          </a:xfrm>
          <a:prstGeom prst="rect">
            <a:avLst/>
          </a:prstGeom>
        </p:spPr>
      </p:pic>
      <p:pic>
        <p:nvPicPr>
          <p:cNvPr id="1026" name="Picture 2" descr="Savonia University of Applied Sciences: Programmes, Admissions |  educations.com">
            <a:extLst>
              <a:ext uri="{FF2B5EF4-FFF2-40B4-BE49-F238E27FC236}">
                <a16:creationId xmlns:a16="http://schemas.microsoft.com/office/drawing/2014/main" id="{AD6C1075-5E4D-7FB9-6B89-7A222ABCE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1" t="9679" r="8206"/>
          <a:stretch>
            <a:fillRect/>
          </a:stretch>
        </p:blipFill>
        <p:spPr bwMode="auto">
          <a:xfrm>
            <a:off x="164223" y="1420700"/>
            <a:ext cx="2698515" cy="137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TIA : avis, classements, salaire… - Thotis">
            <a:extLst>
              <a:ext uri="{FF2B5EF4-FFF2-40B4-BE49-F238E27FC236}">
                <a16:creationId xmlns:a16="http://schemas.microsoft.com/office/drawing/2014/main" id="{1E758383-214F-944C-50CB-5C8C3E7C2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6" t="17513" r="16571" b="11513"/>
          <a:stretch>
            <a:fillRect/>
          </a:stretch>
        </p:blipFill>
        <p:spPr bwMode="auto">
          <a:xfrm>
            <a:off x="152400" y="320152"/>
            <a:ext cx="2698514" cy="102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The Fashion Conflict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3891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D4AF37"/>
                </a:solidFill>
                <a:latin typeface="Abadi" panose="020B0604020104020204" pitchFamily="34" charset="0"/>
              </a:rPr>
              <a:t>Dead-End Inspiration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Style inspiration is everywhere (TikTok/Instagram), but it’s a dead-end. Users take screenshots but can't find or afford the items, leading to purchase abandonment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566160" cy="43891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D4AF37"/>
                </a:solidFill>
                <a:latin typeface="Abadi" panose="020B0604020104020204" pitchFamily="34" charset="0"/>
              </a:rPr>
              <a:t xml:space="preserve"> Invisible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A total lack of transparency at the point of sale. Consumers buy on impulse, unaware of the water pollution or carbon footprint behind their 'cheap' choice.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43891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noProof="0" dirty="0">
                <a:solidFill>
                  <a:srgbClr val="FFFFFF"/>
                </a:solidFill>
                <a:latin typeface="Montserrat"/>
              </a:rPr>
              <a:t>♻️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i="0" noProof="0" dirty="0">
                <a:solidFill>
                  <a:srgbClr val="D4AF37"/>
                </a:solidFill>
                <a:latin typeface="Abadi" panose="020B0604020104020204" pitchFamily="34" charset="0"/>
              </a:rPr>
              <a:t>Fragmented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The responsible market is fragmented. Finding the right style in the right size at the right price takes too much effort compared to the 1-click convenience of Fast Fashion.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0" i="1" noProof="0" dirty="0">
                <a:solidFill>
                  <a:srgbClr val="D4AF37"/>
                </a:solidFill>
                <a:latin typeface="Abadi" panose="020B0604020104020204" pitchFamily="34" charset="0"/>
              </a:rPr>
              <a:t xml:space="preserve">The fashion industry is responsible for </a:t>
            </a:r>
            <a:r>
              <a:rPr lang="en-GB" sz="1100" b="1" i="1" noProof="0" dirty="0">
                <a:solidFill>
                  <a:srgbClr val="D4AF37"/>
                </a:solidFill>
                <a:latin typeface="Arial Black" panose="020B0A04020102020204" pitchFamily="34" charset="0"/>
              </a:rPr>
              <a:t>10%</a:t>
            </a:r>
            <a:r>
              <a:rPr lang="en-GB" sz="1100" b="0" i="1" noProof="0" dirty="0">
                <a:solidFill>
                  <a:srgbClr val="D4AF37"/>
                </a:solidFill>
                <a:latin typeface="Abadi" panose="020B0604020104020204" pitchFamily="34" charset="0"/>
              </a:rPr>
              <a:t xml:space="preserve"> of global carbon emissions and </a:t>
            </a:r>
            <a:r>
              <a:rPr lang="en-GB" sz="1100" b="1" i="1" noProof="0" dirty="0">
                <a:solidFill>
                  <a:srgbClr val="D4AF37"/>
                </a:solidFill>
                <a:latin typeface="Arial Black" panose="020B0A04020102020204" pitchFamily="34" charset="0"/>
              </a:rPr>
              <a:t>20%</a:t>
            </a:r>
            <a:r>
              <a:rPr lang="en-GB" sz="1100" b="0" i="1" noProof="0" dirty="0">
                <a:solidFill>
                  <a:srgbClr val="D4AF37"/>
                </a:solidFill>
                <a:latin typeface="Arial Black" panose="020B0A04020102020204" pitchFamily="34" charset="0"/>
              </a:rPr>
              <a:t xml:space="preserve"> </a:t>
            </a:r>
            <a:r>
              <a:rPr lang="en-GB" sz="1100" b="0" i="1" noProof="0" dirty="0">
                <a:solidFill>
                  <a:srgbClr val="D4AF37"/>
                </a:solidFill>
                <a:latin typeface="Abadi" panose="020B0604020104020204" pitchFamily="34" charset="0"/>
              </a:rPr>
              <a:t>of industrial water pollution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FB1A6955-5704-C03D-906A-1EFC57D73CA4}"/>
              </a:ext>
            </a:extLst>
          </p:cNvPr>
          <p:cNvSpPr txBox="1"/>
          <p:nvPr/>
        </p:nvSpPr>
        <p:spPr>
          <a:xfrm>
            <a:off x="-1325880" y="963168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rgbClr val="D4AF37"/>
                </a:solidFill>
                <a:latin typeface="Abadi" panose="020B0604020104020204" pitchFamily="34" charset="0"/>
              </a:rPr>
              <a:t>Consumers want to be responsible, but the current ecosystem makes Fast Fashion the only convenient path.</a:t>
            </a:r>
            <a:endParaRPr lang="en-GB" sz="1100" b="0" i="1" noProof="0" dirty="0">
              <a:solidFill>
                <a:srgbClr val="D4AF37"/>
              </a:solidFill>
              <a:latin typeface="Abadi" panose="020B0604020104020204" pitchFamily="34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51747ABC-880D-1C80-CF7F-B2F9F5BA0AB6}"/>
              </a:ext>
            </a:extLst>
          </p:cNvPr>
          <p:cNvSpPr txBox="1"/>
          <p:nvPr/>
        </p:nvSpPr>
        <p:spPr>
          <a:xfrm>
            <a:off x="457200" y="5251996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Inspiration is high, but conversion to ethical choice is 0%.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71EFC084-A16B-F337-1AB0-48AE2D807DB0}"/>
              </a:ext>
            </a:extLst>
          </p:cNvPr>
          <p:cNvSpPr txBox="1"/>
          <p:nvPr/>
        </p:nvSpPr>
        <p:spPr>
          <a:xfrm>
            <a:off x="4358640" y="5251996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Sustainability is a 'nice-to-have' but price still dictates the buy.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5AD8B30F-7321-1BCF-EC2E-38F072806DBA}"/>
              </a:ext>
            </a:extLst>
          </p:cNvPr>
          <p:cNvSpPr txBox="1"/>
          <p:nvPr/>
        </p:nvSpPr>
        <p:spPr>
          <a:xfrm>
            <a:off x="8229600" y="526143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chemeClr val="bg1"/>
                </a:solidFill>
                <a:latin typeface="Abadi" panose="020B0604020104020204" pitchFamily="34" charset="0"/>
              </a:rPr>
              <a:t>Users choose Zara by default, not by desire.</a:t>
            </a:r>
            <a:endParaRPr lang="en-GB" sz="1100" b="0" i="1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3D7A5-16F3-F508-A66F-39AF82AF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C2F468-2FD7-F2B5-9B53-AE3A948CDF9B}"/>
              </a:ext>
            </a:extLst>
          </p:cNvPr>
          <p:cNvSpPr/>
          <p:nvPr/>
        </p:nvSpPr>
        <p:spPr>
          <a:xfrm>
            <a:off x="-63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7090E-FC1A-8868-4DCE-814A8C70C57A}"/>
              </a:ext>
            </a:extLst>
          </p:cNvPr>
          <p:cNvSpPr txBox="1"/>
          <p:nvPr/>
        </p:nvSpPr>
        <p:spPr>
          <a:xfrm>
            <a:off x="731457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The Rising Ethical Mandate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9BABD-C38D-0814-2259-637995574D10}"/>
              </a:ext>
            </a:extLst>
          </p:cNvPr>
          <p:cNvSpPr/>
          <p:nvPr/>
        </p:nvSpPr>
        <p:spPr>
          <a:xfrm>
            <a:off x="731457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23B9A-ACFF-E207-5758-3EAE20C6AC22}"/>
              </a:ext>
            </a:extLst>
          </p:cNvPr>
          <p:cNvSpPr/>
          <p:nvPr/>
        </p:nvSpPr>
        <p:spPr>
          <a:xfrm>
            <a:off x="1691576" y="1567543"/>
            <a:ext cx="2651760" cy="16459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91179-3878-1CF6-C9C6-12B04D353B86}"/>
              </a:ext>
            </a:extLst>
          </p:cNvPr>
          <p:cNvSpPr txBox="1"/>
          <p:nvPr/>
        </p:nvSpPr>
        <p:spPr>
          <a:xfrm>
            <a:off x="178301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D4AF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~€4,6 Md</a:t>
            </a:r>
            <a:endParaRPr lang="en-GB" sz="3600" b="1" i="0" noProof="0" dirty="0">
              <a:solidFill>
                <a:srgbClr val="D4AF37"/>
              </a:solidFill>
              <a:latin typeface="Cormorant Garamon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23936-24E1-1283-C2C5-013E7E076DF0}"/>
              </a:ext>
            </a:extLst>
          </p:cNvPr>
          <p:cNvSpPr txBox="1"/>
          <p:nvPr/>
        </p:nvSpPr>
        <p:spPr>
          <a:xfrm>
            <a:off x="1783016" y="2299063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French fashion second-hand market 2025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58174-C5D8-4356-07ED-91B132BAF94D}"/>
              </a:ext>
            </a:extLst>
          </p:cNvPr>
          <p:cNvSpPr/>
          <p:nvPr/>
        </p:nvSpPr>
        <p:spPr>
          <a:xfrm>
            <a:off x="4617656" y="1567543"/>
            <a:ext cx="2651760" cy="16459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52E0E-9AEB-1630-E0EF-175059F5DE30}"/>
              </a:ext>
            </a:extLst>
          </p:cNvPr>
          <p:cNvSpPr txBox="1"/>
          <p:nvPr/>
        </p:nvSpPr>
        <p:spPr>
          <a:xfrm>
            <a:off x="470909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D4AF37"/>
                </a:solidFill>
                <a:latin typeface="Cormorant Garamond"/>
              </a:rPr>
              <a:t>+128%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A9744-77CF-257B-65F0-884B9E24B94B}"/>
              </a:ext>
            </a:extLst>
          </p:cNvPr>
          <p:cNvSpPr txBox="1"/>
          <p:nvPr/>
        </p:nvSpPr>
        <p:spPr>
          <a:xfrm>
            <a:off x="4709096" y="2299063"/>
            <a:ext cx="2468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Growth of second-hand fashion purchases among 18–34s in France (2020–2024)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69297-2FDA-2C1F-1C52-F7CA4D2B71C8}"/>
              </a:ext>
            </a:extLst>
          </p:cNvPr>
          <p:cNvSpPr/>
          <p:nvPr/>
        </p:nvSpPr>
        <p:spPr>
          <a:xfrm>
            <a:off x="7543736" y="1567543"/>
            <a:ext cx="2651760" cy="164592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81681-DA4C-02DB-1DF7-0F2E5B5ECF6D}"/>
              </a:ext>
            </a:extLst>
          </p:cNvPr>
          <p:cNvSpPr txBox="1"/>
          <p:nvPr/>
        </p:nvSpPr>
        <p:spPr>
          <a:xfrm>
            <a:off x="7635176" y="1658983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b="1" i="0" noProof="0" dirty="0">
                <a:solidFill>
                  <a:srgbClr val="D4AF37"/>
                </a:solidFill>
                <a:latin typeface="Cormorant Garamond"/>
              </a:rPr>
              <a:t>73%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8D781D-D1AA-B5E2-C1DE-EBA9627E6D7E}"/>
              </a:ext>
            </a:extLst>
          </p:cNvPr>
          <p:cNvSpPr txBox="1"/>
          <p:nvPr/>
        </p:nvSpPr>
        <p:spPr>
          <a:xfrm>
            <a:off x="7635176" y="2299063"/>
            <a:ext cx="2468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b="0" i="0" noProof="0" dirty="0">
                <a:solidFill>
                  <a:srgbClr val="F5F0E8"/>
                </a:solidFill>
                <a:latin typeface="Montserrat"/>
              </a:rPr>
              <a:t>of Millennials &amp; Gen Z willing to pay more for sustainability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49E6953B-D63F-6574-E6F9-E7097EDCEAA3}"/>
              </a:ext>
            </a:extLst>
          </p:cNvPr>
          <p:cNvSpPr txBox="1"/>
          <p:nvPr/>
        </p:nvSpPr>
        <p:spPr>
          <a:xfrm>
            <a:off x="457137" y="360041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b="1" i="0" noProof="0" dirty="0">
                <a:solidFill>
                  <a:srgbClr val="D4AF37"/>
                </a:solidFill>
                <a:latin typeface="Montserrat"/>
              </a:rPr>
              <a:t>Our Target Market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2C700-23B0-E99A-040D-CC5E2641542A}"/>
              </a:ext>
            </a:extLst>
          </p:cNvPr>
          <p:cNvSpPr/>
          <p:nvPr/>
        </p:nvSpPr>
        <p:spPr>
          <a:xfrm>
            <a:off x="457137" y="4160520"/>
            <a:ext cx="3566160" cy="1890146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CC379CF9-67EC-2BAC-16D8-639627142B3C}"/>
              </a:ext>
            </a:extLst>
          </p:cNvPr>
          <p:cNvSpPr txBox="1"/>
          <p:nvPr/>
        </p:nvSpPr>
        <p:spPr>
          <a:xfrm>
            <a:off x="64001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🎨 Fashion creators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31FB12FA-A984-4D1B-66A8-552C6CB3177F}"/>
              </a:ext>
            </a:extLst>
          </p:cNvPr>
          <p:cNvSpPr txBox="1"/>
          <p:nvPr/>
        </p:nvSpPr>
        <p:spPr>
          <a:xfrm>
            <a:off x="484568" y="4785889"/>
            <a:ext cx="3200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F5F0E8"/>
                </a:solidFill>
                <a:latin typeface="Montserrat"/>
              </a:rPr>
              <a:t>Build an engaged community by sharing their unique style, without promoting fast fashion.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5BFC4-B838-7619-F5AF-2E08DF6D705D}"/>
              </a:ext>
            </a:extLst>
          </p:cNvPr>
          <p:cNvSpPr/>
          <p:nvPr/>
        </p:nvSpPr>
        <p:spPr>
          <a:xfrm>
            <a:off x="4297617" y="4160520"/>
            <a:ext cx="3566160" cy="1890146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D1F273B9-AFA9-2362-71A9-A76E134BDB56}"/>
              </a:ext>
            </a:extLst>
          </p:cNvPr>
          <p:cNvSpPr txBox="1"/>
          <p:nvPr/>
        </p:nvSpPr>
        <p:spPr>
          <a:xfrm>
            <a:off x="448049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👥 Conscious consumers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89536EF6-D139-94B3-AD53-0E4E9FA56470}"/>
              </a:ext>
            </a:extLst>
          </p:cNvPr>
          <p:cNvSpPr txBox="1"/>
          <p:nvPr/>
        </p:nvSpPr>
        <p:spPr>
          <a:xfrm>
            <a:off x="4389057" y="4790361"/>
            <a:ext cx="3383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F5F0E8"/>
                </a:solidFill>
                <a:latin typeface="Montserrat"/>
              </a:rPr>
              <a:t>Effortlessly find and buy ethical alternatives to any outfit they love.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7B1BF0-C33D-B704-BA61-940544A1D6AA}"/>
              </a:ext>
            </a:extLst>
          </p:cNvPr>
          <p:cNvSpPr/>
          <p:nvPr/>
        </p:nvSpPr>
        <p:spPr>
          <a:xfrm>
            <a:off x="8138097" y="4160520"/>
            <a:ext cx="3566160" cy="1890146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AF43106C-3738-4259-3A81-1CC21471EEF5}"/>
              </a:ext>
            </a:extLst>
          </p:cNvPr>
          <p:cNvSpPr txBox="1"/>
          <p:nvPr/>
        </p:nvSpPr>
        <p:spPr>
          <a:xfrm>
            <a:off x="8320977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🏷️ Ethical brands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FE9340EF-2C6A-D637-7048-03594E4A9D4C}"/>
              </a:ext>
            </a:extLst>
          </p:cNvPr>
          <p:cNvSpPr txBox="1"/>
          <p:nvPr/>
        </p:nvSpPr>
        <p:spPr>
          <a:xfrm>
            <a:off x="8320977" y="4785889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F5F0E8"/>
                </a:solidFill>
                <a:latin typeface="Montserrat"/>
              </a:rPr>
              <a:t>Acquire high-intent customers quitting fast fashion by becoming the recommended ethical alternative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A5F81-B111-E0C3-45BB-A9D282D618FA}"/>
              </a:ext>
            </a:extLst>
          </p:cNvPr>
          <p:cNvSpPr/>
          <p:nvPr/>
        </p:nvSpPr>
        <p:spPr>
          <a:xfrm>
            <a:off x="-63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088C8EA3-5CC8-E5C6-147C-857EB3E92263}"/>
              </a:ext>
            </a:extLst>
          </p:cNvPr>
          <p:cNvSpPr txBox="1"/>
          <p:nvPr/>
        </p:nvSpPr>
        <p:spPr>
          <a:xfrm>
            <a:off x="457137" y="5523227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100" b="0" i="0" noProof="0" dirty="0">
                <a:solidFill>
                  <a:srgbClr val="F5F0E8"/>
                </a:solidFill>
                <a:latin typeface="Montserrat"/>
              </a:rPr>
              <a:t>26.6M Instagram + 21.5M TikTok users in France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A57AEEB6-1465-C9DB-B7F4-7B78BCE5D289}"/>
              </a:ext>
            </a:extLst>
          </p:cNvPr>
          <p:cNvSpPr txBox="1"/>
          <p:nvPr/>
        </p:nvSpPr>
        <p:spPr>
          <a:xfrm>
            <a:off x="4389057" y="5404903"/>
            <a:ext cx="335121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58% of French consumers say they would buy more sustainably if it were as easy as fast fashion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464FAF44-579A-DF37-245C-69D275CE032F}"/>
              </a:ext>
            </a:extLst>
          </p:cNvPr>
          <p:cNvSpPr txBox="1"/>
          <p:nvPr/>
        </p:nvSpPr>
        <p:spPr>
          <a:xfrm>
            <a:off x="8320977" y="5538467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+15% annual market growth - EU ethical fashion market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1255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B8574-C336-9A14-3ED3-C312C3B3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5FDF53A-D806-8AC1-B725-6FCC272D06AE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">
            <a:extLst>
              <a:ext uri="{FF2B5EF4-FFF2-40B4-BE49-F238E27FC236}">
                <a16:creationId xmlns:a16="http://schemas.microsoft.com/office/drawing/2014/main" id="{D87CD255-72D4-B9D6-4D22-088C6361FF1D}"/>
              </a:ext>
            </a:extLst>
          </p:cNvPr>
          <p:cNvSpPr txBox="1"/>
          <p:nvPr/>
        </p:nvSpPr>
        <p:spPr>
          <a:xfrm>
            <a:off x="640080" y="228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i="0" dirty="0">
                <a:solidFill>
                  <a:srgbClr val="D4AF37"/>
                </a:solidFill>
                <a:latin typeface="Cormorant Garamond"/>
              </a:rPr>
              <a:t>How It Works</a:t>
            </a:r>
            <a:endParaRPr sz="3600" b="1" i="0" dirty="0">
              <a:solidFill>
                <a:srgbClr val="D4AF37"/>
              </a:solidFill>
              <a:latin typeface="Cormorant Garamond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B55380DF-6A26-57E9-35B8-22148158C4C0}"/>
              </a:ext>
            </a:extLst>
          </p:cNvPr>
          <p:cNvSpPr txBox="1"/>
          <p:nvPr/>
        </p:nvSpPr>
        <p:spPr>
          <a:xfrm>
            <a:off x="640080" y="8686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E8CC6A"/>
                </a:solidFill>
                <a:latin typeface="Montserrat"/>
              </a:rPr>
              <a:t>From Inspiration to Impact in 3 Taps</a:t>
            </a:r>
            <a:endParaRPr sz="1300" b="0" i="1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B606F0-5BF3-9116-B196-CFF3AA1A11D8}"/>
              </a:ext>
            </a:extLst>
          </p:cNvPr>
          <p:cNvSpPr/>
          <p:nvPr/>
        </p:nvSpPr>
        <p:spPr>
          <a:xfrm>
            <a:off x="640080" y="1261872"/>
            <a:ext cx="108813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92D784-13B5-0CD4-2647-D174D7ABF26D}"/>
              </a:ext>
            </a:extLst>
          </p:cNvPr>
          <p:cNvSpPr/>
          <p:nvPr/>
        </p:nvSpPr>
        <p:spPr>
          <a:xfrm>
            <a:off x="41148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28079546-6FEC-930C-DC55-DD728DA52E66}"/>
              </a:ext>
            </a:extLst>
          </p:cNvPr>
          <p:cNvSpPr txBox="1"/>
          <p:nvPr/>
        </p:nvSpPr>
        <p:spPr>
          <a:xfrm>
            <a:off x="54864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Montserrat"/>
              </a:rPr>
              <a:t>👆  </a:t>
            </a:r>
            <a:r>
              <a:rPr lang="fr-FR" sz="1300" b="1" i="0" dirty="0">
                <a:solidFill>
                  <a:srgbClr val="D4AF37"/>
                </a:solidFill>
                <a:latin typeface="Montserrat"/>
              </a:rPr>
              <a:t>DISCOVER </a:t>
            </a:r>
            <a:endParaRPr sz="13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4F15EA31-3C9A-5DC4-EF72-471679CE6B1D}"/>
              </a:ext>
            </a:extLst>
          </p:cNvPr>
          <p:cNvSpPr txBox="1"/>
          <p:nvPr/>
        </p:nvSpPr>
        <p:spPr>
          <a:xfrm>
            <a:off x="54864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F5F0E8"/>
                </a:solidFill>
                <a:latin typeface="Montserrat"/>
              </a:rPr>
              <a:t>Discover looks that inspire you from the community</a:t>
            </a:r>
            <a:endParaRPr sz="10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D8FD7E-5D76-6E0B-996B-249FE2461F80}"/>
              </a:ext>
            </a:extLst>
          </p:cNvPr>
          <p:cNvSpPr/>
          <p:nvPr/>
        </p:nvSpPr>
        <p:spPr>
          <a:xfrm>
            <a:off x="1077976" y="2361183"/>
            <a:ext cx="1837944" cy="3587060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3CB3E-69B1-3033-B998-3D1337A7AED3}"/>
              </a:ext>
            </a:extLst>
          </p:cNvPr>
          <p:cNvSpPr/>
          <p:nvPr/>
        </p:nvSpPr>
        <p:spPr>
          <a:xfrm>
            <a:off x="434340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EBE689C5-F744-5747-935D-D1E20EC144EA}"/>
              </a:ext>
            </a:extLst>
          </p:cNvPr>
          <p:cNvSpPr txBox="1"/>
          <p:nvPr/>
        </p:nvSpPr>
        <p:spPr>
          <a:xfrm>
            <a:off x="448056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Montserrat"/>
              </a:rPr>
              <a:t>🌍  </a:t>
            </a:r>
            <a:r>
              <a:rPr lang="fr-FR" sz="1300" b="1" i="0" dirty="0">
                <a:solidFill>
                  <a:srgbClr val="D4AF37"/>
                </a:solidFill>
                <a:latin typeface="Montserrat"/>
              </a:rPr>
              <a:t>UNDERSTAND </a:t>
            </a:r>
            <a:endParaRPr sz="13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30250B88-F8DE-1C52-4065-05865655FFFD}"/>
              </a:ext>
            </a:extLst>
          </p:cNvPr>
          <p:cNvSpPr txBox="1"/>
          <p:nvPr/>
        </p:nvSpPr>
        <p:spPr>
          <a:xfrm>
            <a:off x="448056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F5F0E8"/>
                </a:solidFill>
                <a:latin typeface="Montserrat"/>
              </a:rPr>
              <a:t>See the ethical &amp; environmental score of any piece</a:t>
            </a:r>
            <a:endParaRPr sz="10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2446E7-B936-EC4B-8475-2C8C6D1551BE}"/>
              </a:ext>
            </a:extLst>
          </p:cNvPr>
          <p:cNvSpPr/>
          <p:nvPr/>
        </p:nvSpPr>
        <p:spPr>
          <a:xfrm>
            <a:off x="4471416" y="2389150"/>
            <a:ext cx="3218688" cy="3558282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14" descr="screen_piece.png">
            <a:extLst>
              <a:ext uri="{FF2B5EF4-FFF2-40B4-BE49-F238E27FC236}">
                <a16:creationId xmlns:a16="http://schemas.microsoft.com/office/drawing/2014/main" id="{8EF02FD1-199A-D320-CF26-B5044EC8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44014"/>
            <a:ext cx="3108960" cy="344855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230565A-0E0D-D435-E6F4-92BDCF34EF14}"/>
              </a:ext>
            </a:extLst>
          </p:cNvPr>
          <p:cNvSpPr/>
          <p:nvPr/>
        </p:nvSpPr>
        <p:spPr>
          <a:xfrm>
            <a:off x="8275320" y="1417320"/>
            <a:ext cx="3474720" cy="822960"/>
          </a:xfrm>
          <a:prstGeom prst="rect">
            <a:avLst/>
          </a:prstGeom>
          <a:solidFill>
            <a:srgbClr val="1A1400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794A4362-9BE6-A7D7-E2AB-A0437C082939}"/>
              </a:ext>
            </a:extLst>
          </p:cNvPr>
          <p:cNvSpPr txBox="1"/>
          <p:nvPr/>
        </p:nvSpPr>
        <p:spPr>
          <a:xfrm>
            <a:off x="8412480" y="1463040"/>
            <a:ext cx="3291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4AF37"/>
                </a:solidFill>
                <a:latin typeface="Montserrat"/>
              </a:rPr>
              <a:t>🌿  </a:t>
            </a:r>
            <a:r>
              <a:rPr lang="fr-FR" sz="1300" b="1" i="0" dirty="0">
                <a:solidFill>
                  <a:srgbClr val="D4AF37"/>
                </a:solidFill>
                <a:latin typeface="Montserrat"/>
              </a:rPr>
              <a:t>ACT</a:t>
            </a:r>
            <a:endParaRPr sz="13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479890A4-7656-0A39-C950-A754FA027C5D}"/>
              </a:ext>
            </a:extLst>
          </p:cNvPr>
          <p:cNvSpPr txBox="1"/>
          <p:nvPr/>
        </p:nvSpPr>
        <p:spPr>
          <a:xfrm>
            <a:off x="8412480" y="1828800"/>
            <a:ext cx="3291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dirty="0">
                <a:solidFill>
                  <a:srgbClr val="F5F0E8"/>
                </a:solidFill>
                <a:latin typeface="Montserrat"/>
              </a:rPr>
              <a:t>Choose the best ethical match tailored to your size and budget</a:t>
            </a:r>
            <a:endParaRPr sz="10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AEC8BF-2BCF-2535-E00D-064676898158}"/>
              </a:ext>
            </a:extLst>
          </p:cNvPr>
          <p:cNvSpPr/>
          <p:nvPr/>
        </p:nvSpPr>
        <p:spPr>
          <a:xfrm>
            <a:off x="8403336" y="2389150"/>
            <a:ext cx="3218688" cy="3558282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19" descr="screen_alt.png">
            <a:extLst>
              <a:ext uri="{FF2B5EF4-FFF2-40B4-BE49-F238E27FC236}">
                <a16:creationId xmlns:a16="http://schemas.microsoft.com/office/drawing/2014/main" id="{04991EBD-2375-DF37-35DF-1C430CC98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568680"/>
            <a:ext cx="3108960" cy="3170524"/>
          </a:xfrm>
          <a:prstGeom prst="rect">
            <a:avLst/>
          </a:prstGeom>
        </p:spPr>
      </p:pic>
      <p:sp>
        <p:nvSpPr>
          <p:cNvPr id="45" name="TextBox 21">
            <a:extLst>
              <a:ext uri="{FF2B5EF4-FFF2-40B4-BE49-F238E27FC236}">
                <a16:creationId xmlns:a16="http://schemas.microsoft.com/office/drawing/2014/main" id="{7A6BDBCC-9E77-1973-EFEE-980316D16812}"/>
              </a:ext>
            </a:extLst>
          </p:cNvPr>
          <p:cNvSpPr txBox="1"/>
          <p:nvPr/>
        </p:nvSpPr>
        <p:spPr>
          <a:xfrm>
            <a:off x="777240" y="6403366"/>
            <a:ext cx="10607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E8CC6A"/>
                </a:solidFill>
                <a:latin typeface="Montserrat"/>
              </a:rPr>
              <a:t>The only platform that turns a screenshot into a responsible purchase.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8721E2-E6B8-6FEE-74C9-8C8639141F45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30D0220C-1977-B0DB-4F1F-06D4D9071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428" y="2401034"/>
            <a:ext cx="1709039" cy="354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5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Abadi" panose="020B0604020104020204" pitchFamily="34" charset="0"/>
              </a:rPr>
              <a:t>WearAura: The Ethical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0892" y="145946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E8CC6A"/>
                </a:solidFill>
                <a:latin typeface="Abadi" panose="020B0604020104020204" pitchFamily="34" charset="0"/>
              </a:rPr>
              <a:t>Turning everyday style inspiration into instant ethical choices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371600"/>
            <a:ext cx="5212080" cy="502920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Abadi" panose="020B0604020104020204" pitchFamily="34" charset="0"/>
              </a:rPr>
              <a:t>Why it's different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148840"/>
            <a:ext cx="46634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60" y="2377440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F5F0E8"/>
                </a:solidFill>
                <a:latin typeface="Abadi" panose="020B0604020104020204" pitchFamily="34" charset="0"/>
              </a:rPr>
              <a:t>📸  100% Privacy: Photos never leave the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063240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F5F0E8"/>
                </a:solidFill>
                <a:latin typeface="Abadi" panose="020B0604020104020204" pitchFamily="34" charset="0"/>
              </a:rPr>
              <a:t>♻️  Vetted ethical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noProof="0" dirty="0">
                <a:solidFill>
                  <a:srgbClr val="F5F0E8"/>
                </a:solidFill>
                <a:latin typeface="Abadi" panose="020B0604020104020204" pitchFamily="34" charset="0"/>
              </a:rPr>
              <a:t>✦  Aura Points: Rewarding the community for sustainable        </a:t>
            </a:r>
          </a:p>
          <a:p>
            <a:pPr algn="l"/>
            <a:r>
              <a:rPr lang="en-GB" sz="1300" noProof="0" dirty="0">
                <a:solidFill>
                  <a:srgbClr val="F5F0E8"/>
                </a:solidFill>
                <a:latin typeface="Abadi" panose="020B0604020104020204" pitchFamily="34" charset="0"/>
              </a:rPr>
              <a:t>     </a:t>
            </a:r>
            <a:r>
              <a:rPr lang="en-GB" sz="1300" b="0" i="0" noProof="0" dirty="0">
                <a:solidFill>
                  <a:srgbClr val="F5F0E8"/>
                </a:solidFill>
                <a:latin typeface="Abadi" panose="020B0604020104020204" pitchFamily="34" charset="0"/>
              </a:rPr>
              <a:t>investment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badi" panose="020B0604020104020204" pitchFamily="34" charset="0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2DE1224C-CE31-BDD7-0371-AA0210E56B10}"/>
              </a:ext>
            </a:extLst>
          </p:cNvPr>
          <p:cNvSpPr txBox="1"/>
          <p:nvPr/>
        </p:nvSpPr>
        <p:spPr>
          <a:xfrm>
            <a:off x="2404382" y="2593256"/>
            <a:ext cx="2076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E8CC6A"/>
                </a:solidFill>
                <a:latin typeface="Abadi" panose="020B0604020104020204" pitchFamily="34" charset="0"/>
              </a:rPr>
              <a:t>✨ The Social Feed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445D88F0-2461-4E20-159D-74BB85B0E5ED}"/>
              </a:ext>
            </a:extLst>
          </p:cNvPr>
          <p:cNvSpPr txBox="1"/>
          <p:nvPr/>
        </p:nvSpPr>
        <p:spPr>
          <a:xfrm>
            <a:off x="2025729" y="3723640"/>
            <a:ext cx="2833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noProof="0" dirty="0">
                <a:solidFill>
                  <a:srgbClr val="E8CC6A"/>
                </a:solidFill>
                <a:latin typeface="Abadi" panose="020B0604020104020204" pitchFamily="34" charset="0"/>
              </a:rPr>
              <a:t>♻️ Find your ethical match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118F8E8E-FC6F-FD35-FC43-9F1FAACC1144}"/>
              </a:ext>
            </a:extLst>
          </p:cNvPr>
          <p:cNvSpPr txBox="1"/>
          <p:nvPr/>
        </p:nvSpPr>
        <p:spPr>
          <a:xfrm>
            <a:off x="2025729" y="4858901"/>
            <a:ext cx="2833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/>
              <a:t>🌍</a:t>
            </a:r>
            <a:r>
              <a:rPr lang="en-GB" sz="1600" b="1" i="0" noProof="0">
                <a:solidFill>
                  <a:srgbClr val="E8CC6A"/>
                </a:solidFill>
                <a:latin typeface="Abadi" panose="020B0604020104020204" pitchFamily="34" charset="0"/>
              </a:rPr>
              <a:t>Choose what feels right</a:t>
            </a:r>
            <a:endParaRPr lang="en-GB" sz="1600" b="1" i="0" noProof="0" dirty="0">
              <a:solidFill>
                <a:srgbClr val="E8CC6A"/>
              </a:solidFill>
              <a:latin typeface="Abadi" panose="020B0604020104020204" pitchFamily="34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CCAB91F-1FF1-8D85-0357-1A8B176AAB22}"/>
              </a:ext>
            </a:extLst>
          </p:cNvPr>
          <p:cNvSpPr txBox="1"/>
          <p:nvPr/>
        </p:nvSpPr>
        <p:spPr>
          <a:xfrm>
            <a:off x="671751" y="5645855"/>
            <a:ext cx="5972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noProof="0" dirty="0">
                <a:solidFill>
                  <a:srgbClr val="E8CC6A"/>
                </a:solidFill>
                <a:latin typeface="Abadi" panose="020B0604020104020204" pitchFamily="34" charset="0"/>
              </a:rPr>
              <a:t>Fashion you love. Without the guilt. With real impact.</a:t>
            </a:r>
            <a:endParaRPr lang="en-GB" sz="1600" b="1" i="0" noProof="0" dirty="0">
              <a:solidFill>
                <a:srgbClr val="E8CC6A"/>
              </a:solidFill>
              <a:latin typeface="Abadi" panose="020B0604020104020204" pitchFamily="34" charset="0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CBC3C3C7-DAA4-F304-0435-9B538F88FB2B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3442652" y="2931810"/>
            <a:ext cx="0" cy="791830"/>
          </a:xfrm>
          <a:prstGeom prst="straightConnector1">
            <a:avLst/>
          </a:prstGeom>
          <a:ln>
            <a:solidFill>
              <a:srgbClr val="E8C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CD2665B-9D6E-9CA4-DF93-13FC3481A52A}"/>
              </a:ext>
            </a:extLst>
          </p:cNvPr>
          <p:cNvCxnSpPr/>
          <p:nvPr/>
        </p:nvCxnSpPr>
        <p:spPr>
          <a:xfrm>
            <a:off x="3410584" y="4062194"/>
            <a:ext cx="0" cy="778195"/>
          </a:xfrm>
          <a:prstGeom prst="straightConnector1">
            <a:avLst/>
          </a:prstGeom>
          <a:ln>
            <a:solidFill>
              <a:srgbClr val="E8CC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A4CFDF68-C520-6D68-7E01-93AE0542A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B7CED-2D83-6244-594C-13C1B042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CA6B664-60CD-EAE6-365D-6021B7536E7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id="{13220B92-9995-6139-E4B6-F4E3D4FE2F4C}"/>
              </a:ext>
            </a:extLst>
          </p:cNvPr>
          <p:cNvSpPr txBox="1"/>
          <p:nvPr/>
        </p:nvSpPr>
        <p:spPr>
          <a:xfrm>
            <a:off x="640080" y="258245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i="0" dirty="0">
                <a:solidFill>
                  <a:srgbClr val="D4AF37"/>
                </a:solidFill>
                <a:latin typeface="Cormorant Garamond"/>
              </a:rPr>
              <a:t>Empowering the Pack</a:t>
            </a: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49D1B554-580F-674C-6D3C-55CF99FD683B}"/>
              </a:ext>
            </a:extLst>
          </p:cNvPr>
          <p:cNvSpPr txBox="1"/>
          <p:nvPr/>
        </p:nvSpPr>
        <p:spPr>
          <a:xfrm>
            <a:off x="640080" y="86868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 dirty="0">
                <a:solidFill>
                  <a:srgbClr val="E8CC6A"/>
                </a:solidFill>
                <a:latin typeface="Montserrat"/>
              </a:rPr>
              <a:t>Creator journey — from photo to community-powered ethical matching</a:t>
            </a:r>
            <a:endParaRPr sz="1300" b="0" i="1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7380FB-6206-7079-0ABF-299D132551EF}"/>
              </a:ext>
            </a:extLst>
          </p:cNvPr>
          <p:cNvSpPr/>
          <p:nvPr/>
        </p:nvSpPr>
        <p:spPr>
          <a:xfrm>
            <a:off x="640080" y="1261872"/>
            <a:ext cx="108813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CC61A8B-B8D7-9E7A-88A1-388B50F4D3C7}"/>
              </a:ext>
            </a:extLst>
          </p:cNvPr>
          <p:cNvSpPr/>
          <p:nvPr/>
        </p:nvSpPr>
        <p:spPr>
          <a:xfrm>
            <a:off x="204216" y="1532903"/>
            <a:ext cx="475488" cy="4754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D1D5FCEA-8398-1D6F-F456-CD3E5B2DFA4F}"/>
              </a:ext>
            </a:extLst>
          </p:cNvPr>
          <p:cNvSpPr txBox="1"/>
          <p:nvPr/>
        </p:nvSpPr>
        <p:spPr>
          <a:xfrm>
            <a:off x="204216" y="153290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0B0B"/>
                </a:solidFill>
                <a:latin typeface="Montserrat"/>
              </a:rPr>
              <a:t>1</a:t>
            </a:r>
          </a:p>
        </p:txBody>
      </p:sp>
      <p:sp>
        <p:nvSpPr>
          <p:cNvPr id="54" name="TextBox 7">
            <a:extLst>
              <a:ext uri="{FF2B5EF4-FFF2-40B4-BE49-F238E27FC236}">
                <a16:creationId xmlns:a16="http://schemas.microsoft.com/office/drawing/2014/main" id="{7B95F264-4BB2-9804-8542-7F91C970DEF0}"/>
              </a:ext>
            </a:extLst>
          </p:cNvPr>
          <p:cNvSpPr txBox="1"/>
          <p:nvPr/>
        </p:nvSpPr>
        <p:spPr>
          <a:xfrm>
            <a:off x="3297936" y="158167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D4AF37"/>
                </a:solidFill>
                <a:latin typeface="Montserrat"/>
              </a:rPr>
              <a:t>→</a:t>
            </a:r>
          </a:p>
        </p:txBody>
      </p:sp>
      <p:sp>
        <p:nvSpPr>
          <p:cNvPr id="55" name="TextBox 8">
            <a:extLst>
              <a:ext uri="{FF2B5EF4-FFF2-40B4-BE49-F238E27FC236}">
                <a16:creationId xmlns:a16="http://schemas.microsoft.com/office/drawing/2014/main" id="{3D608C5D-65DB-4AD1-3B6C-6003193E27E3}"/>
              </a:ext>
            </a:extLst>
          </p:cNvPr>
          <p:cNvSpPr txBox="1"/>
          <p:nvPr/>
        </p:nvSpPr>
        <p:spPr>
          <a:xfrm>
            <a:off x="677671" y="1545895"/>
            <a:ext cx="2566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D4AF37"/>
                </a:solidFill>
                <a:latin typeface="Montserrat"/>
              </a:rPr>
              <a:t>SHARE</a:t>
            </a:r>
            <a:endParaRPr sz="14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56" name="TextBox 9">
            <a:extLst>
              <a:ext uri="{FF2B5EF4-FFF2-40B4-BE49-F238E27FC236}">
                <a16:creationId xmlns:a16="http://schemas.microsoft.com/office/drawing/2014/main" id="{F8AA92C3-9254-0F98-5B5A-E5CB465262D1}"/>
              </a:ext>
            </a:extLst>
          </p:cNvPr>
          <p:cNvSpPr txBox="1"/>
          <p:nvPr/>
        </p:nvSpPr>
        <p:spPr>
          <a:xfrm>
            <a:off x="691896" y="1823428"/>
            <a:ext cx="2621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5F0E8"/>
                </a:solidFill>
                <a:latin typeface="Montserrat"/>
              </a:rPr>
              <a:t>Upload your style directly from your camera or gallery to inspire others</a:t>
            </a:r>
            <a:endParaRPr sz="11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79E90FD-4958-532A-DA0C-C656E1F268F2}"/>
              </a:ext>
            </a:extLst>
          </p:cNvPr>
          <p:cNvSpPr/>
          <p:nvPr/>
        </p:nvSpPr>
        <p:spPr>
          <a:xfrm>
            <a:off x="3663696" y="1535951"/>
            <a:ext cx="475488" cy="4754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1">
            <a:extLst>
              <a:ext uri="{FF2B5EF4-FFF2-40B4-BE49-F238E27FC236}">
                <a16:creationId xmlns:a16="http://schemas.microsoft.com/office/drawing/2014/main" id="{AB9EFFDA-34B1-757F-4347-C513D1D0EAEF}"/>
              </a:ext>
            </a:extLst>
          </p:cNvPr>
          <p:cNvSpPr txBox="1"/>
          <p:nvPr/>
        </p:nvSpPr>
        <p:spPr>
          <a:xfrm>
            <a:off x="3663696" y="153595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B0B0B"/>
                </a:solidFill>
                <a:latin typeface="Montserrat"/>
              </a:rPr>
              <a:t>2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2ACC811D-DAF4-7BDB-1008-0BF02C7D185B}"/>
              </a:ext>
            </a:extLst>
          </p:cNvPr>
          <p:cNvSpPr txBox="1"/>
          <p:nvPr/>
        </p:nvSpPr>
        <p:spPr>
          <a:xfrm>
            <a:off x="8173720" y="158943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F37"/>
                </a:solidFill>
                <a:latin typeface="Montserrat"/>
              </a:rPr>
              <a:t>→</a:t>
            </a: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BEF538E7-49A7-D489-AC64-FF7A17F55834}"/>
              </a:ext>
            </a:extLst>
          </p:cNvPr>
          <p:cNvSpPr txBox="1"/>
          <p:nvPr/>
        </p:nvSpPr>
        <p:spPr>
          <a:xfrm>
            <a:off x="4143248" y="1537054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D4AF37"/>
                </a:solidFill>
                <a:latin typeface="Montserrat"/>
              </a:rPr>
              <a:t>IDENTIFY</a:t>
            </a:r>
            <a:endParaRPr sz="14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61" name="TextBox 14">
            <a:extLst>
              <a:ext uri="{FF2B5EF4-FFF2-40B4-BE49-F238E27FC236}">
                <a16:creationId xmlns:a16="http://schemas.microsoft.com/office/drawing/2014/main" id="{3324F8CB-0555-8C6F-6039-7DB98ADA22BD}"/>
              </a:ext>
            </a:extLst>
          </p:cNvPr>
          <p:cNvSpPr txBox="1"/>
          <p:nvPr/>
        </p:nvSpPr>
        <p:spPr>
          <a:xfrm>
            <a:off x="4143247" y="1790846"/>
            <a:ext cx="36464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5F0E8"/>
                </a:solidFill>
                <a:latin typeface="Montserrat"/>
              </a:rPr>
              <a:t>AI auto-detects fabric, type, and color. Tag pieces to enable ethical matching for the community.</a:t>
            </a:r>
            <a:endParaRPr sz="11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F5D2A70-CB10-FF83-EE8F-90ABA55E9777}"/>
              </a:ext>
            </a:extLst>
          </p:cNvPr>
          <p:cNvSpPr/>
          <p:nvPr/>
        </p:nvSpPr>
        <p:spPr>
          <a:xfrm>
            <a:off x="8539481" y="1543717"/>
            <a:ext cx="475488" cy="4754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B67BEEB5-B296-9599-8772-60974739F2CB}"/>
              </a:ext>
            </a:extLst>
          </p:cNvPr>
          <p:cNvSpPr txBox="1"/>
          <p:nvPr/>
        </p:nvSpPr>
        <p:spPr>
          <a:xfrm>
            <a:off x="8539481" y="1543717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B0B0B"/>
                </a:solidFill>
                <a:latin typeface="Montserrat"/>
              </a:rPr>
              <a:t>3</a:t>
            </a:r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8896D9D2-2B4D-BFCA-C726-2CF75B5B8F32}"/>
              </a:ext>
            </a:extLst>
          </p:cNvPr>
          <p:cNvSpPr txBox="1"/>
          <p:nvPr/>
        </p:nvSpPr>
        <p:spPr>
          <a:xfrm>
            <a:off x="9014969" y="1543717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b="1" i="0" dirty="0">
                <a:solidFill>
                  <a:srgbClr val="D4AF37"/>
                </a:solidFill>
                <a:latin typeface="Montserrat"/>
              </a:rPr>
              <a:t>INSPIRE</a:t>
            </a:r>
            <a:endParaRPr sz="14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E44E1C95-D57D-CE95-A591-422B833BFEF5}"/>
              </a:ext>
            </a:extLst>
          </p:cNvPr>
          <p:cNvSpPr txBox="1"/>
          <p:nvPr/>
        </p:nvSpPr>
        <p:spPr>
          <a:xfrm>
            <a:off x="9014969" y="1835766"/>
            <a:ext cx="3108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F5F0E8"/>
                </a:solidFill>
                <a:latin typeface="Montserrat"/>
              </a:rPr>
              <a:t>Categorize by style and vibes. Your look becomes the answer to someone else's search</a:t>
            </a:r>
            <a:endParaRPr sz="1100" b="0" i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0013BC3-1DB0-05F2-3E39-E0DE572902BA}"/>
              </a:ext>
            </a:extLst>
          </p:cNvPr>
          <p:cNvSpPr/>
          <p:nvPr/>
        </p:nvSpPr>
        <p:spPr>
          <a:xfrm>
            <a:off x="402336" y="2474976"/>
            <a:ext cx="2395728" cy="3785789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20" descr="screen_feed.png">
            <a:extLst>
              <a:ext uri="{FF2B5EF4-FFF2-40B4-BE49-F238E27FC236}">
                <a16:creationId xmlns:a16="http://schemas.microsoft.com/office/drawing/2014/main" id="{5C7C79E7-34E4-6B55-1E94-04905993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9840"/>
            <a:ext cx="2286000" cy="3676062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A4CAEFC-6D6F-F7EA-3DE4-E9044BD76DD8}"/>
              </a:ext>
            </a:extLst>
          </p:cNvPr>
          <p:cNvSpPr/>
          <p:nvPr/>
        </p:nvSpPr>
        <p:spPr>
          <a:xfrm>
            <a:off x="3764280" y="2474976"/>
            <a:ext cx="4315968" cy="3181093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22" descr="1778140291214_image.png">
            <a:extLst>
              <a:ext uri="{FF2B5EF4-FFF2-40B4-BE49-F238E27FC236}">
                <a16:creationId xmlns:a16="http://schemas.microsoft.com/office/drawing/2014/main" id="{0128F07C-C768-04C9-7F3A-AF5BCC1C3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144" y="2529840"/>
            <a:ext cx="4206240" cy="3071366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D4819D15-3CEE-9738-3878-DD0CA097603B}"/>
              </a:ext>
            </a:extLst>
          </p:cNvPr>
          <p:cNvSpPr/>
          <p:nvPr/>
        </p:nvSpPr>
        <p:spPr>
          <a:xfrm>
            <a:off x="9108441" y="2474976"/>
            <a:ext cx="2372360" cy="3785789"/>
          </a:xfrm>
          <a:prstGeom prst="rect">
            <a:avLst/>
          </a:prstGeom>
          <a:solidFill>
            <a:srgbClr val="151515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25">
            <a:extLst>
              <a:ext uri="{FF2B5EF4-FFF2-40B4-BE49-F238E27FC236}">
                <a16:creationId xmlns:a16="http://schemas.microsoft.com/office/drawing/2014/main" id="{A69BA2AB-C216-F5D9-ACF2-74AD46E51246}"/>
              </a:ext>
            </a:extLst>
          </p:cNvPr>
          <p:cNvSpPr txBox="1"/>
          <p:nvPr/>
        </p:nvSpPr>
        <p:spPr>
          <a:xfrm>
            <a:off x="640080" y="6477000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E8CC6A"/>
                </a:solidFill>
                <a:latin typeface="Montserrat"/>
              </a:rPr>
              <a:t>Privacy-First Contribution: Our Lean Vision AI processes everything on-device, your data and photos never leave your phone.</a:t>
            </a:r>
            <a:endParaRPr sz="1100" b="0" i="1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A89704-71C2-0428-B675-BE3066B7664E}"/>
              </a:ext>
            </a:extLst>
          </p:cNvPr>
          <p:cNvSpPr/>
          <p:nvPr/>
        </p:nvSpPr>
        <p:spPr>
          <a:xfrm>
            <a:off x="0" y="677875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Image 72">
            <a:extLst>
              <a:ext uri="{FF2B5EF4-FFF2-40B4-BE49-F238E27FC236}">
                <a16:creationId xmlns:a16="http://schemas.microsoft.com/office/drawing/2014/main" id="{EF3E0C46-2ECA-16FF-CB12-B925ECB97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107" y="2508711"/>
            <a:ext cx="2269965" cy="370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F6DF8-5F64-403B-1D82-9DD475E6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AEAF0-E59E-67FB-E64C-767D8EB2EA14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8C1B3-F290-6C24-9CA4-84E7B1F8E34B}"/>
              </a:ext>
            </a:extLst>
          </p:cNvPr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 xml:space="preserve">User insight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02071-99B2-40D9-25F9-B1195500935D}"/>
              </a:ext>
            </a:extLst>
          </p:cNvPr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BB9BB-2CB4-70A2-63B7-732717147878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791173F-DAFF-64D8-15FA-B068E892691B}"/>
              </a:ext>
            </a:extLst>
          </p:cNvPr>
          <p:cNvSpPr txBox="1"/>
          <p:nvPr/>
        </p:nvSpPr>
        <p:spPr>
          <a:xfrm>
            <a:off x="731520" y="603504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noProof="0" dirty="0">
                <a:solidFill>
                  <a:srgbClr val="D4AF37"/>
                </a:solidFill>
                <a:latin typeface="Abadi" panose="020B0604020104020204" pitchFamily="34" charset="0"/>
              </a:rPr>
              <a:t>5 different profiles. One shared need: to feel good about what they wear — without the effort of doing all the research themselves.</a:t>
            </a:r>
            <a:endParaRPr lang="en-GB" sz="1100" b="0" i="1" noProof="0" dirty="0">
              <a:solidFill>
                <a:srgbClr val="D4AF37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1F307843-7BCC-60BF-A122-2D2DEC9B6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631064"/>
              </p:ext>
            </p:extLst>
          </p:nvPr>
        </p:nvGraphicFramePr>
        <p:xfrm>
          <a:off x="457200" y="1676918"/>
          <a:ext cx="11460480" cy="3992363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29997419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805980423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4243018185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870243580"/>
                    </a:ext>
                  </a:extLst>
                </a:gridCol>
              </a:tblGrid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Persona</a:t>
                      </a:r>
                      <a:endParaRPr lang="fr-FR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Motivation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Barrier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WearAura Solution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423336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Pragmatist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Efficiency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High Search Friction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1-Click AI Matching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837932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Conscious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Transparency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Limited Selection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Curated Ethical Hub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41350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Traditionalist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Aesthetics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Trust &amp; Conformity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Aura Trust Verified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194569"/>
                  </a:ext>
                </a:extLst>
              </a:tr>
              <a:tr h="9351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Selective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Inclusivity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Size Exclusion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Smart Morpho-Filters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19152"/>
                  </a:ext>
                </a:extLst>
              </a:tr>
              <a:tr h="6114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The Explorer</a:t>
                      </a:r>
                      <a:endParaRPr lang="fr-FR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Inspiration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Information Loss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Screenshot-to-Look</a:t>
                      </a:r>
                      <a:endParaRPr lang="fr-FR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160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2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Revenue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19"/>
            <a:ext cx="1069848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/>
          <p:cNvSpPr/>
          <p:nvPr/>
        </p:nvSpPr>
        <p:spPr>
          <a:xfrm>
            <a:off x="365760" y="1798320"/>
            <a:ext cx="2743200" cy="325568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Rectangle 5"/>
          <p:cNvSpPr/>
          <p:nvPr/>
        </p:nvSpPr>
        <p:spPr>
          <a:xfrm>
            <a:off x="457200" y="1935480"/>
            <a:ext cx="502920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B0B0B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6468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Affiliation  · 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0009"/>
            <a:ext cx="24688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F5F0E8"/>
                </a:solidFill>
                <a:latin typeface="Montserrat"/>
              </a:rPr>
              <a:t>Commission on purchases via partner platforms (Vestiaire Collective, Vinted, ethical brands). Zero inventory, zero upfront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44405"/>
            <a:ext cx="237744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E8CC6A"/>
                </a:solidFill>
                <a:latin typeface="Montserrat"/>
              </a:rPr>
              <a:t>3–8% per sale  ·  0€ capex  ·  active NOW</a:t>
            </a:r>
            <a:endParaRPr lang="en-GB" sz="1100" b="1" i="0" noProof="0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91840" y="1798320"/>
            <a:ext cx="2743200" cy="325568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383280" y="1935480"/>
            <a:ext cx="502920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38328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B0B0B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979785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Marketplace  ·  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20009"/>
            <a:ext cx="24688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F5F0E8"/>
                </a:solidFill>
                <a:latin typeface="Montserrat"/>
              </a:rPr>
              <a:t>Own second-hand platform open to individuals and ethical brands. Direct transactions, higher margins, and full ownership of community data.</a:t>
            </a:r>
            <a:endParaRPr lang="en-GB" sz="10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4044405"/>
            <a:ext cx="237744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42900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E8CC6A"/>
                </a:solidFill>
                <a:latin typeface="Montserrat"/>
              </a:rPr>
              <a:t>~12% take rate  ·  full data ownership  ·  M+6</a:t>
            </a:r>
          </a:p>
          <a:p>
            <a:pPr algn="l"/>
            <a:r>
              <a:rPr lang="en-US" sz="1100" b="1" i="0" noProof="0" dirty="0">
                <a:solidFill>
                  <a:srgbClr val="E8CC6A"/>
                </a:solidFill>
                <a:latin typeface="Montserrat"/>
              </a:rPr>
              <a:t/>
            </a:r>
            <a:endParaRPr lang="en-GB" sz="1100" b="1" i="0" noProof="0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1798320"/>
            <a:ext cx="2743200" cy="325568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Rectangle 21"/>
          <p:cNvSpPr/>
          <p:nvPr/>
        </p:nvSpPr>
        <p:spPr>
          <a:xfrm>
            <a:off x="6309360" y="1935480"/>
            <a:ext cx="502920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0936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B0B0B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982109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b="1" noProof="0" dirty="0">
                <a:solidFill>
                  <a:srgbClr val="D4AF37"/>
                </a:solidFill>
                <a:latin typeface="Montserrat"/>
              </a:rPr>
              <a:t>Aura Pro  ·  Phase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20009"/>
            <a:ext cx="2468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5F0E8"/>
                </a:solidFill>
                <a:latin typeface="Montserrat"/>
              </a:rPr>
              <a:t>Creator subscription unlocking advanced analytics, priority feed placement, and a revenue share on every purchase generated by their looks.</a:t>
            </a:r>
            <a:endParaRPr lang="en-GB" sz="100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55080" y="4044405"/>
            <a:ext cx="237744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6373495" y="4216314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noProof="0" dirty="0">
                <a:solidFill>
                  <a:srgbClr val="E8CC6A"/>
                </a:solidFill>
                <a:latin typeface="Montserrat"/>
              </a:rPr>
              <a:t>€9/month  ·  revenue share per purchase</a:t>
            </a:r>
            <a:endParaRPr lang="en-GB" sz="1100" b="1" noProof="0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0" y="1798320"/>
            <a:ext cx="2743200" cy="325568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Rectangle 29"/>
          <p:cNvSpPr/>
          <p:nvPr/>
        </p:nvSpPr>
        <p:spPr>
          <a:xfrm>
            <a:off x="9235440" y="1935480"/>
            <a:ext cx="502920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9235440" y="1935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i="0" noProof="0" dirty="0">
                <a:solidFill>
                  <a:srgbClr val="0B0B0B"/>
                </a:solidFill>
                <a:latin typeface="Montserrat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9945" y="1982109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Brand &amp; SaaS  ·  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620009"/>
            <a:ext cx="2468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noProof="0" dirty="0">
                <a:solidFill>
                  <a:srgbClr val="F5F0E8"/>
                </a:solidFill>
                <a:latin typeface="Montserrat"/>
              </a:rPr>
              <a:t>Ethical brands: Direct Lead Generation (CPA) + Premium Placement (CPC). SaaS trend analytics for brands designing smarter collections.</a:t>
            </a:r>
            <a:endParaRPr lang="en-GB" sz="10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281160" y="4044405"/>
            <a:ext cx="237744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9281160" y="4135846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noProof="0" dirty="0">
                <a:solidFill>
                  <a:srgbClr val="E8CC6A"/>
                </a:solidFill>
                <a:latin typeface="Montserrat"/>
              </a:rPr>
              <a:t>10–15% CPA  ·  CPC placement  ·  SaaS recurring</a:t>
            </a:r>
            <a:endParaRPr lang="en-GB" sz="1100" b="1" i="0" noProof="0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0A541AB5-6326-424C-1497-C99BD3ECF578}"/>
              </a:ext>
            </a:extLst>
          </p:cNvPr>
          <p:cNvSpPr txBox="1"/>
          <p:nvPr/>
        </p:nvSpPr>
        <p:spPr>
          <a:xfrm>
            <a:off x="653732" y="5748791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E8CC6A"/>
                </a:solidFill>
                <a:latin typeface="Montserrat"/>
              </a:rPr>
              <a:t>Capital-light start → own platform → data-driven ecosystem  ·  each phase funds the next</a:t>
            </a:r>
            <a:endParaRPr sz="1100" b="0" i="1" dirty="0">
              <a:solidFill>
                <a:srgbClr val="E8CC6A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Strategic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DIRECT COMPETITORS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1" i="0" noProof="0" dirty="0">
                <a:solidFill>
                  <a:srgbClr val="D4AF37"/>
                </a:solidFill>
                <a:latin typeface="Montserrat"/>
              </a:rPr>
              <a:t>INDIRECT COMPETITORS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55520"/>
            <a:ext cx="5120640" cy="109728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46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i="0" noProof="0" dirty="0" err="1">
                <a:solidFill>
                  <a:srgbClr val="D4AF37"/>
                </a:solidFill>
                <a:latin typeface="Montserrat"/>
              </a:rPr>
              <a:t>Faircado</a:t>
            </a:r>
            <a:r>
              <a:rPr lang="en-GB" sz="1400" b="1" dirty="0">
                <a:solidFill>
                  <a:srgbClr val="D4AF37"/>
                </a:solidFill>
                <a:latin typeface="Montserrat"/>
              </a:rPr>
              <a:t xml:space="preserve"> / Gem App</a:t>
            </a:r>
            <a:endParaRPr lang="en-GB" sz="1400" b="1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75844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Functional search tools, but lack social soul and the 'Pack' inspiration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5120640" cy="109728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i="0" noProof="0" dirty="0">
                <a:solidFill>
                  <a:srgbClr val="D4AF37"/>
                </a:solidFill>
                <a:latin typeface="Montserrat"/>
              </a:rPr>
              <a:t>LTK (LikeToKnowIt)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High creator engagement, but fundamentally built to fuel fast-fashion overconsumption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92240" y="2255520"/>
            <a:ext cx="5212080" cy="109728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6675120" y="2346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i="0" noProof="0" dirty="0">
                <a:solidFill>
                  <a:srgbClr val="D4AF37"/>
                </a:solidFill>
                <a:latin typeface="Montserrat"/>
              </a:rPr>
              <a:t>Instagram / 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58440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Infinite inspiration, but zero ethical traceability or purchase conversion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92240" y="3794760"/>
            <a:ext cx="5212080" cy="109728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675120" y="3886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1" i="0" noProof="0" dirty="0">
                <a:solidFill>
                  <a:srgbClr val="D4AF37"/>
                </a:solidFill>
                <a:latin typeface="Montserrat"/>
              </a:rPr>
              <a:t>Vinted / Depop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97680"/>
            <a:ext cx="484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noProof="0" dirty="0">
                <a:solidFill>
                  <a:srgbClr val="F5F0E8"/>
                </a:solidFill>
                <a:latin typeface="Montserrat"/>
              </a:rPr>
              <a:t>Massive inventory, but plagued by 'Search Fatigue' and disconnected from real-time trends</a:t>
            </a:r>
            <a:endParaRPr lang="en-GB" sz="11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4840" y="6056376"/>
            <a:ext cx="11033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1" noProof="0" dirty="0">
                <a:solidFill>
                  <a:srgbClr val="E8CC6A"/>
                </a:solidFill>
                <a:latin typeface="Montserrat"/>
              </a:rPr>
              <a:t>WearAura is the only ecosystem merging High-Fashion Inspiration with Community-Powered Resolution and instant Ethical Matching.</a:t>
            </a:r>
            <a:endParaRPr lang="en-GB" sz="1200" b="0" i="1" noProof="0" dirty="0">
              <a:solidFill>
                <a:srgbClr val="E8CC6A"/>
              </a:solidFill>
              <a:latin typeface="Montserra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>
            <a:extLst>
              <a:ext uri="{FF2B5EF4-FFF2-40B4-BE49-F238E27FC236}">
                <a16:creationId xmlns:a16="http://schemas.microsoft.com/office/drawing/2014/main" id="{05B26DBB-582D-7561-DCEF-FFA2322D351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2">
            <a:extLst>
              <a:ext uri="{FF2B5EF4-FFF2-40B4-BE49-F238E27FC236}">
                <a16:creationId xmlns:a16="http://schemas.microsoft.com/office/drawing/2014/main" id="{F1C05011-5F0E-7742-A330-75B6EFA32606}"/>
              </a:ext>
            </a:extLst>
          </p:cNvPr>
          <p:cNvSpPr txBox="1"/>
          <p:nvPr/>
        </p:nvSpPr>
        <p:spPr>
          <a:xfrm>
            <a:off x="457200" y="15544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200" b="1" i="0" dirty="0" err="1">
                <a:solidFill>
                  <a:srgbClr val="D4AF37"/>
                </a:solidFill>
                <a:latin typeface="Cormorant Garamond"/>
              </a:rPr>
              <a:t>Execution</a:t>
            </a:r>
            <a:r>
              <a:rPr lang="fr-FR" sz="3200" b="1" i="0" dirty="0">
                <a:solidFill>
                  <a:srgbClr val="D4AF37"/>
                </a:solidFill>
                <a:latin typeface="Cormorant Garamond"/>
              </a:rPr>
              <a:t xml:space="preserve"> Roadmap</a:t>
            </a:r>
            <a:endParaRPr sz="3200" b="1" i="0" dirty="0">
              <a:solidFill>
                <a:srgbClr val="D4AF37"/>
              </a:solidFill>
              <a:latin typeface="Cormorant Garamond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2E76394-DEFD-62D2-23DB-892184C6E1D4}"/>
              </a:ext>
            </a:extLst>
          </p:cNvPr>
          <p:cNvSpPr/>
          <p:nvPr/>
        </p:nvSpPr>
        <p:spPr>
          <a:xfrm>
            <a:off x="8412480" y="201168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4">
            <a:extLst>
              <a:ext uri="{FF2B5EF4-FFF2-40B4-BE49-F238E27FC236}">
                <a16:creationId xmlns:a16="http://schemas.microsoft.com/office/drawing/2014/main" id="{4F00E7E4-6E66-89E5-E641-03E41E15BAE7}"/>
              </a:ext>
            </a:extLst>
          </p:cNvPr>
          <p:cNvSpPr txBox="1"/>
          <p:nvPr/>
        </p:nvSpPr>
        <p:spPr>
          <a:xfrm>
            <a:off x="8650224" y="201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CC6A"/>
                </a:solidFill>
                <a:latin typeface="Montserrat"/>
              </a:rPr>
              <a:t>Business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53867A6-0998-D9D6-804E-563E5D19EEC8}"/>
              </a:ext>
            </a:extLst>
          </p:cNvPr>
          <p:cNvSpPr/>
          <p:nvPr/>
        </p:nvSpPr>
        <p:spPr>
          <a:xfrm>
            <a:off x="9875520" y="201168"/>
            <a:ext cx="201168" cy="20116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6">
            <a:extLst>
              <a:ext uri="{FF2B5EF4-FFF2-40B4-BE49-F238E27FC236}">
                <a16:creationId xmlns:a16="http://schemas.microsoft.com/office/drawing/2014/main" id="{D181BF7E-B2DC-8A1A-B124-253EF56164B5}"/>
              </a:ext>
            </a:extLst>
          </p:cNvPr>
          <p:cNvSpPr txBox="1"/>
          <p:nvPr/>
        </p:nvSpPr>
        <p:spPr>
          <a:xfrm>
            <a:off x="10113264" y="201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CEA0"/>
                </a:solidFill>
                <a:latin typeface="Montserrat"/>
              </a:rPr>
              <a:t>Technical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D99E69C-4FBF-6BF0-4228-29B4EEFC3DAE}"/>
              </a:ext>
            </a:extLst>
          </p:cNvPr>
          <p:cNvSpPr/>
          <p:nvPr/>
        </p:nvSpPr>
        <p:spPr>
          <a:xfrm>
            <a:off x="457200" y="804672"/>
            <a:ext cx="1170432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3514CB2-46A4-3358-F7CC-5070972CF740}"/>
              </a:ext>
            </a:extLst>
          </p:cNvPr>
          <p:cNvSpPr/>
          <p:nvPr/>
        </p:nvSpPr>
        <p:spPr>
          <a:xfrm>
            <a:off x="2834640" y="1316736"/>
            <a:ext cx="513080" cy="5248655"/>
          </a:xfrm>
          <a:prstGeom prst="rect">
            <a:avLst/>
          </a:prstGeom>
          <a:solidFill>
            <a:srgbClr val="22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7EE8AD8-E0F3-E6AD-D6A5-652A4BBB78C2}"/>
              </a:ext>
            </a:extLst>
          </p:cNvPr>
          <p:cNvSpPr/>
          <p:nvPr/>
        </p:nvSpPr>
        <p:spPr>
          <a:xfrm>
            <a:off x="3347720" y="1316736"/>
            <a:ext cx="1026160" cy="5248655"/>
          </a:xfrm>
          <a:prstGeom prst="rect">
            <a:avLst/>
          </a:prstGeom>
          <a:solidFill>
            <a:srgbClr val="1A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988C20A-0DA6-7205-79D1-F2A7CFF2D096}"/>
              </a:ext>
            </a:extLst>
          </p:cNvPr>
          <p:cNvSpPr/>
          <p:nvPr/>
        </p:nvSpPr>
        <p:spPr>
          <a:xfrm>
            <a:off x="4373880" y="1316736"/>
            <a:ext cx="1539240" cy="5248655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A91B5F0-E7E4-7CE8-F50C-CF6BD4DA5942}"/>
              </a:ext>
            </a:extLst>
          </p:cNvPr>
          <p:cNvSpPr/>
          <p:nvPr/>
        </p:nvSpPr>
        <p:spPr>
          <a:xfrm>
            <a:off x="5913120" y="1316736"/>
            <a:ext cx="1539240" cy="5248655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95289A-A65B-F21D-6139-A962BA380724}"/>
              </a:ext>
            </a:extLst>
          </p:cNvPr>
          <p:cNvSpPr/>
          <p:nvPr/>
        </p:nvSpPr>
        <p:spPr>
          <a:xfrm>
            <a:off x="7452360" y="1316736"/>
            <a:ext cx="3078480" cy="5248655"/>
          </a:xfrm>
          <a:prstGeom prst="rect">
            <a:avLst/>
          </a:prstGeom>
          <a:solidFill>
            <a:srgbClr val="10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6FBC3E5-EB5F-266E-FE68-D4C38A8F69D0}"/>
              </a:ext>
            </a:extLst>
          </p:cNvPr>
          <p:cNvSpPr/>
          <p:nvPr/>
        </p:nvSpPr>
        <p:spPr>
          <a:xfrm>
            <a:off x="10530840" y="1316736"/>
            <a:ext cx="1539240" cy="5248655"/>
          </a:xfrm>
          <a:prstGeom prst="rect">
            <a:avLst/>
          </a:prstGeom>
          <a:solidFill>
            <a:srgbClr val="120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E31D559-60FD-17D2-DB1A-8D0B6B5883D3}"/>
              </a:ext>
            </a:extLst>
          </p:cNvPr>
          <p:cNvSpPr/>
          <p:nvPr/>
        </p:nvSpPr>
        <p:spPr>
          <a:xfrm>
            <a:off x="2834640" y="841248"/>
            <a:ext cx="476504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5">
            <a:extLst>
              <a:ext uri="{FF2B5EF4-FFF2-40B4-BE49-F238E27FC236}">
                <a16:creationId xmlns:a16="http://schemas.microsoft.com/office/drawing/2014/main" id="{228C930C-B7DF-6798-2D48-3D29F43E5BC9}"/>
              </a:ext>
            </a:extLst>
          </p:cNvPr>
          <p:cNvSpPr txBox="1"/>
          <p:nvPr/>
        </p:nvSpPr>
        <p:spPr>
          <a:xfrm>
            <a:off x="2889504" y="877824"/>
            <a:ext cx="4033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i="0" dirty="0">
                <a:solidFill>
                  <a:srgbClr val="D4AF37"/>
                </a:solidFill>
                <a:latin typeface="Montserrat"/>
              </a:rPr>
              <a:t>N</a:t>
            </a:r>
            <a:endParaRPr sz="1300" b="1" i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27D24AD-19E8-2066-268A-C8C715C6F415}"/>
              </a:ext>
            </a:extLst>
          </p:cNvPr>
          <p:cNvSpPr/>
          <p:nvPr/>
        </p:nvSpPr>
        <p:spPr>
          <a:xfrm>
            <a:off x="3347720" y="841248"/>
            <a:ext cx="1010920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E8C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7">
            <a:extLst>
              <a:ext uri="{FF2B5EF4-FFF2-40B4-BE49-F238E27FC236}">
                <a16:creationId xmlns:a16="http://schemas.microsoft.com/office/drawing/2014/main" id="{6838B385-E342-273A-4A33-72821087F801}"/>
              </a:ext>
            </a:extLst>
          </p:cNvPr>
          <p:cNvSpPr txBox="1"/>
          <p:nvPr/>
        </p:nvSpPr>
        <p:spPr>
          <a:xfrm>
            <a:off x="3402584" y="877824"/>
            <a:ext cx="9164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CC6A"/>
                </a:solidFill>
                <a:latin typeface="Montserrat"/>
              </a:rPr>
              <a:t>Beta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6E3B80D-FA59-F1B0-AB40-EA592F7A80E1}"/>
              </a:ext>
            </a:extLst>
          </p:cNvPr>
          <p:cNvSpPr/>
          <p:nvPr/>
        </p:nvSpPr>
        <p:spPr>
          <a:xfrm>
            <a:off x="4373880" y="841248"/>
            <a:ext cx="3060192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7DC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9">
            <a:extLst>
              <a:ext uri="{FF2B5EF4-FFF2-40B4-BE49-F238E27FC236}">
                <a16:creationId xmlns:a16="http://schemas.microsoft.com/office/drawing/2014/main" id="{43EAB443-6506-0D5A-64E8-9BB5C323DD6D}"/>
              </a:ext>
            </a:extLst>
          </p:cNvPr>
          <p:cNvSpPr txBox="1"/>
          <p:nvPr/>
        </p:nvSpPr>
        <p:spPr>
          <a:xfrm>
            <a:off x="5176181" y="850392"/>
            <a:ext cx="142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DCEA0"/>
                </a:solidFill>
                <a:latin typeface="Montserrat"/>
              </a:rPr>
              <a:t>V1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C49248B-5A49-6FCB-E553-AAAB8D85550B}"/>
              </a:ext>
            </a:extLst>
          </p:cNvPr>
          <p:cNvSpPr/>
          <p:nvPr/>
        </p:nvSpPr>
        <p:spPr>
          <a:xfrm>
            <a:off x="7452360" y="841248"/>
            <a:ext cx="3041904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6B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21">
            <a:extLst>
              <a:ext uri="{FF2B5EF4-FFF2-40B4-BE49-F238E27FC236}">
                <a16:creationId xmlns:a16="http://schemas.microsoft.com/office/drawing/2014/main" id="{5C402084-4C37-0047-F426-1E5D81B2C196}"/>
              </a:ext>
            </a:extLst>
          </p:cNvPr>
          <p:cNvSpPr txBox="1"/>
          <p:nvPr/>
        </p:nvSpPr>
        <p:spPr>
          <a:xfrm>
            <a:off x="7507224" y="877824"/>
            <a:ext cx="2968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B5FF"/>
                </a:solidFill>
                <a:latin typeface="Montserrat"/>
              </a:rPr>
              <a:t>V2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F7448E2-757C-8144-0145-F24EC6EADB78}"/>
              </a:ext>
            </a:extLst>
          </p:cNvPr>
          <p:cNvSpPr/>
          <p:nvPr/>
        </p:nvSpPr>
        <p:spPr>
          <a:xfrm>
            <a:off x="10530840" y="841248"/>
            <a:ext cx="1640840" cy="465836"/>
          </a:xfrm>
          <a:prstGeom prst="rect">
            <a:avLst/>
          </a:prstGeom>
          <a:solidFill>
            <a:srgbClr val="181818"/>
          </a:solidFill>
          <a:ln w="10160">
            <a:solidFill>
              <a:srgbClr val="C0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23">
            <a:extLst>
              <a:ext uri="{FF2B5EF4-FFF2-40B4-BE49-F238E27FC236}">
                <a16:creationId xmlns:a16="http://schemas.microsoft.com/office/drawing/2014/main" id="{6B731E0A-7FA8-6A3E-04AF-F959B998FA83}"/>
              </a:ext>
            </a:extLst>
          </p:cNvPr>
          <p:cNvSpPr txBox="1"/>
          <p:nvPr/>
        </p:nvSpPr>
        <p:spPr>
          <a:xfrm>
            <a:off x="10585704" y="877824"/>
            <a:ext cx="142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8FFF"/>
                </a:solidFill>
                <a:latin typeface="Montserrat"/>
              </a:rPr>
              <a:t>V3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8CBBACB-AD8A-1C53-A23A-5E4B60313BBF}"/>
              </a:ext>
            </a:extLst>
          </p:cNvPr>
          <p:cNvSpPr/>
          <p:nvPr/>
        </p:nvSpPr>
        <p:spPr>
          <a:xfrm>
            <a:off x="283464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25">
            <a:extLst>
              <a:ext uri="{FF2B5EF4-FFF2-40B4-BE49-F238E27FC236}">
                <a16:creationId xmlns:a16="http://schemas.microsoft.com/office/drawing/2014/main" id="{0558C826-CA9F-5865-D4B6-B7D57E328824}"/>
              </a:ext>
            </a:extLst>
          </p:cNvPr>
          <p:cNvSpPr txBox="1"/>
          <p:nvPr/>
        </p:nvSpPr>
        <p:spPr>
          <a:xfrm>
            <a:off x="2698496" y="1145842"/>
            <a:ext cx="5943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NOW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1EDB495-E77A-BFC9-89D5-80E86AB95407}"/>
              </a:ext>
            </a:extLst>
          </p:cNvPr>
          <p:cNvSpPr/>
          <p:nvPr/>
        </p:nvSpPr>
        <p:spPr>
          <a:xfrm>
            <a:off x="334772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27">
            <a:extLst>
              <a:ext uri="{FF2B5EF4-FFF2-40B4-BE49-F238E27FC236}">
                <a16:creationId xmlns:a16="http://schemas.microsoft.com/office/drawing/2014/main" id="{9FFDD545-977D-FABE-3959-48B25511D37E}"/>
              </a:ext>
            </a:extLst>
          </p:cNvPr>
          <p:cNvSpPr txBox="1"/>
          <p:nvPr/>
        </p:nvSpPr>
        <p:spPr>
          <a:xfrm>
            <a:off x="3320287" y="1154429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M+1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4769DAE-C8D9-7793-C7A4-683A0BC1D3C6}"/>
              </a:ext>
            </a:extLst>
          </p:cNvPr>
          <p:cNvSpPr/>
          <p:nvPr/>
        </p:nvSpPr>
        <p:spPr>
          <a:xfrm>
            <a:off x="437388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29">
            <a:extLst>
              <a:ext uri="{FF2B5EF4-FFF2-40B4-BE49-F238E27FC236}">
                <a16:creationId xmlns:a16="http://schemas.microsoft.com/office/drawing/2014/main" id="{F0AE7F1B-42C1-21D7-49B9-25C302142BB1}"/>
              </a:ext>
            </a:extLst>
          </p:cNvPr>
          <p:cNvSpPr txBox="1"/>
          <p:nvPr/>
        </p:nvSpPr>
        <p:spPr>
          <a:xfrm>
            <a:off x="436168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M+3</a:t>
            </a:r>
          </a:p>
        </p:txBody>
      </p:sp>
      <p:sp>
        <p:nvSpPr>
          <p:cNvPr id="198" name="TextBox 31">
            <a:extLst>
              <a:ext uri="{FF2B5EF4-FFF2-40B4-BE49-F238E27FC236}">
                <a16:creationId xmlns:a16="http://schemas.microsoft.com/office/drawing/2014/main" id="{97CC1374-6E3A-CA65-E366-77A554577C95}"/>
              </a:ext>
            </a:extLst>
          </p:cNvPr>
          <p:cNvSpPr txBox="1"/>
          <p:nvPr/>
        </p:nvSpPr>
        <p:spPr>
          <a:xfrm>
            <a:off x="487476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M+4</a:t>
            </a:r>
          </a:p>
        </p:txBody>
      </p:sp>
      <p:sp>
        <p:nvSpPr>
          <p:cNvPr id="199" name="TextBox 33">
            <a:extLst>
              <a:ext uri="{FF2B5EF4-FFF2-40B4-BE49-F238E27FC236}">
                <a16:creationId xmlns:a16="http://schemas.microsoft.com/office/drawing/2014/main" id="{238E5E36-FEDA-B25A-574C-809184205A87}"/>
              </a:ext>
            </a:extLst>
          </p:cNvPr>
          <p:cNvSpPr txBox="1"/>
          <p:nvPr/>
        </p:nvSpPr>
        <p:spPr>
          <a:xfrm>
            <a:off x="590092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M+6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7281597-643F-C17C-6BAB-44BA2C076978}"/>
              </a:ext>
            </a:extLst>
          </p:cNvPr>
          <p:cNvSpPr/>
          <p:nvPr/>
        </p:nvSpPr>
        <p:spPr>
          <a:xfrm>
            <a:off x="745236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35">
            <a:extLst>
              <a:ext uri="{FF2B5EF4-FFF2-40B4-BE49-F238E27FC236}">
                <a16:creationId xmlns:a16="http://schemas.microsoft.com/office/drawing/2014/main" id="{A0805717-F248-E9F0-233C-67C84578C52A}"/>
              </a:ext>
            </a:extLst>
          </p:cNvPr>
          <p:cNvSpPr txBox="1"/>
          <p:nvPr/>
        </p:nvSpPr>
        <p:spPr>
          <a:xfrm>
            <a:off x="744016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M+9</a:t>
            </a:r>
          </a:p>
        </p:txBody>
      </p:sp>
      <p:sp>
        <p:nvSpPr>
          <p:cNvPr id="202" name="TextBox 37">
            <a:extLst>
              <a:ext uri="{FF2B5EF4-FFF2-40B4-BE49-F238E27FC236}">
                <a16:creationId xmlns:a16="http://schemas.microsoft.com/office/drawing/2014/main" id="{950BA4CD-24A2-D02D-4230-850BD7D64881}"/>
              </a:ext>
            </a:extLst>
          </p:cNvPr>
          <p:cNvSpPr txBox="1"/>
          <p:nvPr/>
        </p:nvSpPr>
        <p:spPr>
          <a:xfrm>
            <a:off x="897940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777777"/>
                </a:solidFill>
                <a:latin typeface="Montserrat"/>
              </a:rPr>
              <a:t>M+12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4F62E9B-5AC6-5D40-6B3C-BE09445AA7D2}"/>
              </a:ext>
            </a:extLst>
          </p:cNvPr>
          <p:cNvSpPr/>
          <p:nvPr/>
        </p:nvSpPr>
        <p:spPr>
          <a:xfrm>
            <a:off x="10530840" y="841248"/>
            <a:ext cx="18288" cy="4754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39">
            <a:extLst>
              <a:ext uri="{FF2B5EF4-FFF2-40B4-BE49-F238E27FC236}">
                <a16:creationId xmlns:a16="http://schemas.microsoft.com/office/drawing/2014/main" id="{96919652-EF85-A6B0-3C32-E28F8E33E57E}"/>
              </a:ext>
            </a:extLst>
          </p:cNvPr>
          <p:cNvSpPr txBox="1"/>
          <p:nvPr/>
        </p:nvSpPr>
        <p:spPr>
          <a:xfrm>
            <a:off x="10518648" y="111556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Montserrat"/>
              </a:rPr>
              <a:t>M+15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7A3C01A-E887-4FB4-1235-5A44A99076C0}"/>
              </a:ext>
            </a:extLst>
          </p:cNvPr>
          <p:cNvSpPr/>
          <p:nvPr/>
        </p:nvSpPr>
        <p:spPr>
          <a:xfrm>
            <a:off x="45720" y="841248"/>
            <a:ext cx="2331720" cy="475488"/>
          </a:xfrm>
          <a:prstGeom prst="rect">
            <a:avLst/>
          </a:prstGeom>
          <a:solidFill>
            <a:srgbClr val="141414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43">
            <a:extLst>
              <a:ext uri="{FF2B5EF4-FFF2-40B4-BE49-F238E27FC236}">
                <a16:creationId xmlns:a16="http://schemas.microsoft.com/office/drawing/2014/main" id="{01C3717C-7EF9-FBA5-9169-26A8466F01DE}"/>
              </a:ext>
            </a:extLst>
          </p:cNvPr>
          <p:cNvSpPr txBox="1"/>
          <p:nvPr/>
        </p:nvSpPr>
        <p:spPr>
          <a:xfrm>
            <a:off x="137160" y="950976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Montserrat"/>
              </a:rPr>
              <a:t>Milestone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F84E413-7267-F80C-F53F-E0F69C0741FA}"/>
              </a:ext>
            </a:extLst>
          </p:cNvPr>
          <p:cNvSpPr/>
          <p:nvPr/>
        </p:nvSpPr>
        <p:spPr>
          <a:xfrm>
            <a:off x="45720" y="1316736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B09BC73-4E0E-A2FA-DF3D-D17F4F04415E}"/>
              </a:ext>
            </a:extLst>
          </p:cNvPr>
          <p:cNvSpPr/>
          <p:nvPr/>
        </p:nvSpPr>
        <p:spPr>
          <a:xfrm>
            <a:off x="45720" y="1691639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5E852C1-070F-6EC5-AB14-CFBE5031E331}"/>
              </a:ext>
            </a:extLst>
          </p:cNvPr>
          <p:cNvSpPr/>
          <p:nvPr/>
        </p:nvSpPr>
        <p:spPr>
          <a:xfrm>
            <a:off x="45720" y="206654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F7207FB-BF26-0082-5022-796A01E2C3C3}"/>
              </a:ext>
            </a:extLst>
          </p:cNvPr>
          <p:cNvSpPr/>
          <p:nvPr/>
        </p:nvSpPr>
        <p:spPr>
          <a:xfrm>
            <a:off x="45720" y="244144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DEEC3E0-1FDB-5938-34C0-1AD90088A24E}"/>
              </a:ext>
            </a:extLst>
          </p:cNvPr>
          <p:cNvSpPr/>
          <p:nvPr/>
        </p:nvSpPr>
        <p:spPr>
          <a:xfrm>
            <a:off x="45720" y="2816352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75E5B9B-13CD-D06D-91CE-67436435D4B8}"/>
              </a:ext>
            </a:extLst>
          </p:cNvPr>
          <p:cNvSpPr/>
          <p:nvPr/>
        </p:nvSpPr>
        <p:spPr>
          <a:xfrm>
            <a:off x="45720" y="3191256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E71EA08-AE8B-ED49-75C5-1A38952B3DAE}"/>
              </a:ext>
            </a:extLst>
          </p:cNvPr>
          <p:cNvSpPr/>
          <p:nvPr/>
        </p:nvSpPr>
        <p:spPr>
          <a:xfrm>
            <a:off x="45720" y="3566160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2B78486-CC03-524B-A3C8-3C4188199C1F}"/>
              </a:ext>
            </a:extLst>
          </p:cNvPr>
          <p:cNvSpPr/>
          <p:nvPr/>
        </p:nvSpPr>
        <p:spPr>
          <a:xfrm>
            <a:off x="45720" y="394106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DD30E2E-8CFF-FF09-F219-4BDABA3C924D}"/>
              </a:ext>
            </a:extLst>
          </p:cNvPr>
          <p:cNvSpPr/>
          <p:nvPr/>
        </p:nvSpPr>
        <p:spPr>
          <a:xfrm>
            <a:off x="45720" y="431596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19590EC-5D37-FBBD-0ECD-E9F51B5BE2DA}"/>
              </a:ext>
            </a:extLst>
          </p:cNvPr>
          <p:cNvSpPr/>
          <p:nvPr/>
        </p:nvSpPr>
        <p:spPr>
          <a:xfrm>
            <a:off x="45720" y="4690872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B72A0E4-2722-4220-070D-22E43BF827F5}"/>
              </a:ext>
            </a:extLst>
          </p:cNvPr>
          <p:cNvSpPr/>
          <p:nvPr/>
        </p:nvSpPr>
        <p:spPr>
          <a:xfrm>
            <a:off x="45720" y="5065775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C23620A-24E2-9EE9-429A-563BDCF0AF95}"/>
              </a:ext>
            </a:extLst>
          </p:cNvPr>
          <p:cNvSpPr/>
          <p:nvPr/>
        </p:nvSpPr>
        <p:spPr>
          <a:xfrm>
            <a:off x="45720" y="5440679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A65F94-62D7-DBBE-2E40-2E9FA6BEFB0C}"/>
              </a:ext>
            </a:extLst>
          </p:cNvPr>
          <p:cNvSpPr/>
          <p:nvPr/>
        </p:nvSpPr>
        <p:spPr>
          <a:xfrm>
            <a:off x="45720" y="5815583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BF1F60FA-8C82-25B4-D203-A98B0417D9CF}"/>
              </a:ext>
            </a:extLst>
          </p:cNvPr>
          <p:cNvSpPr/>
          <p:nvPr/>
        </p:nvSpPr>
        <p:spPr>
          <a:xfrm>
            <a:off x="45720" y="6190488"/>
            <a:ext cx="11612880" cy="187452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C670BDF-6911-60F6-5EFE-AB64D632F57D}"/>
              </a:ext>
            </a:extLst>
          </p:cNvPr>
          <p:cNvSpPr/>
          <p:nvPr/>
        </p:nvSpPr>
        <p:spPr>
          <a:xfrm flipV="1">
            <a:off x="-85344" y="3561080"/>
            <a:ext cx="12274296" cy="45719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61">
            <a:extLst>
              <a:ext uri="{FF2B5EF4-FFF2-40B4-BE49-F238E27FC236}">
                <a16:creationId xmlns:a16="http://schemas.microsoft.com/office/drawing/2014/main" id="{AAF7AEF8-6848-6E96-377C-4DBC8270908F}"/>
              </a:ext>
            </a:extLst>
          </p:cNvPr>
          <p:cNvSpPr txBox="1"/>
          <p:nvPr/>
        </p:nvSpPr>
        <p:spPr>
          <a:xfrm>
            <a:off x="109728" y="134416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CCCC"/>
                </a:solidFill>
                <a:latin typeface="Montserrat"/>
              </a:rPr>
              <a:t>Netlify deployment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A5D1926-0638-83AA-4D56-807DB56D2EFE}"/>
              </a:ext>
            </a:extLst>
          </p:cNvPr>
          <p:cNvSpPr/>
          <p:nvPr/>
        </p:nvSpPr>
        <p:spPr>
          <a:xfrm>
            <a:off x="2862072" y="1344168"/>
            <a:ext cx="458215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63">
            <a:extLst>
              <a:ext uri="{FF2B5EF4-FFF2-40B4-BE49-F238E27FC236}">
                <a16:creationId xmlns:a16="http://schemas.microsoft.com/office/drawing/2014/main" id="{878B3590-BC00-9C08-CD25-70D6FBB503C5}"/>
              </a:ext>
            </a:extLst>
          </p:cNvPr>
          <p:cNvSpPr txBox="1"/>
          <p:nvPr/>
        </p:nvSpPr>
        <p:spPr>
          <a:xfrm>
            <a:off x="109728" y="153162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Private beta (5 creators)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8E61E371-DD9C-B38B-EED4-545858869A1B}"/>
              </a:ext>
            </a:extLst>
          </p:cNvPr>
          <p:cNvSpPr/>
          <p:nvPr/>
        </p:nvSpPr>
        <p:spPr>
          <a:xfrm>
            <a:off x="2862072" y="1531621"/>
            <a:ext cx="1511808" cy="123224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65">
            <a:extLst>
              <a:ext uri="{FF2B5EF4-FFF2-40B4-BE49-F238E27FC236}">
                <a16:creationId xmlns:a16="http://schemas.microsoft.com/office/drawing/2014/main" id="{F8922321-081E-CCC1-0845-567DAD1E249C}"/>
              </a:ext>
            </a:extLst>
          </p:cNvPr>
          <p:cNvSpPr txBox="1"/>
          <p:nvPr/>
        </p:nvSpPr>
        <p:spPr>
          <a:xfrm>
            <a:off x="2812288" y="1499518"/>
            <a:ext cx="154330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B0B0B"/>
                </a:solidFill>
                <a:latin typeface="Montserrat"/>
              </a:rPr>
              <a:t xml:space="preserve">Private beta (5 </a:t>
            </a:r>
            <a:r>
              <a:rPr sz="700" b="0" i="0" dirty="0" err="1">
                <a:solidFill>
                  <a:srgbClr val="0B0B0B"/>
                </a:solidFill>
                <a:latin typeface="Montserrat"/>
              </a:rPr>
              <a:t>creat</a:t>
            </a:r>
            <a:r>
              <a:rPr lang="fr-FR" sz="700" b="0" i="0" dirty="0">
                <a:solidFill>
                  <a:srgbClr val="0B0B0B"/>
                </a:solidFill>
                <a:latin typeface="Montserrat"/>
              </a:rPr>
              <a:t>ors)</a:t>
            </a:r>
            <a:endParaRPr sz="700" b="0" i="0" dirty="0">
              <a:solidFill>
                <a:srgbClr val="0B0B0B"/>
              </a:solidFill>
              <a:latin typeface="Montserrat"/>
            </a:endParaRPr>
          </a:p>
        </p:txBody>
      </p:sp>
      <p:sp>
        <p:nvSpPr>
          <p:cNvPr id="227" name="TextBox 66">
            <a:extLst>
              <a:ext uri="{FF2B5EF4-FFF2-40B4-BE49-F238E27FC236}">
                <a16:creationId xmlns:a16="http://schemas.microsoft.com/office/drawing/2014/main" id="{E3F209E2-A873-C02C-68E9-1B6693B2B073}"/>
              </a:ext>
            </a:extLst>
          </p:cNvPr>
          <p:cNvSpPr txBox="1"/>
          <p:nvPr/>
        </p:nvSpPr>
        <p:spPr>
          <a:xfrm>
            <a:off x="109728" y="171907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Affiliate CPA live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4024854-027E-E194-8B76-6C7F4217500C}"/>
              </a:ext>
            </a:extLst>
          </p:cNvPr>
          <p:cNvSpPr/>
          <p:nvPr/>
        </p:nvSpPr>
        <p:spPr>
          <a:xfrm>
            <a:off x="2862072" y="1719072"/>
            <a:ext cx="918057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68">
            <a:extLst>
              <a:ext uri="{FF2B5EF4-FFF2-40B4-BE49-F238E27FC236}">
                <a16:creationId xmlns:a16="http://schemas.microsoft.com/office/drawing/2014/main" id="{F9652151-E025-7B9F-B86A-5C4ECB310ACB}"/>
              </a:ext>
            </a:extLst>
          </p:cNvPr>
          <p:cNvSpPr txBox="1"/>
          <p:nvPr/>
        </p:nvSpPr>
        <p:spPr>
          <a:xfrm>
            <a:off x="2907791" y="1719072"/>
            <a:ext cx="91074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Affiliate CPA live</a:t>
            </a:r>
          </a:p>
        </p:txBody>
      </p:sp>
      <p:sp>
        <p:nvSpPr>
          <p:cNvPr id="230" name="TextBox 69">
            <a:extLst>
              <a:ext uri="{FF2B5EF4-FFF2-40B4-BE49-F238E27FC236}">
                <a16:creationId xmlns:a16="http://schemas.microsoft.com/office/drawing/2014/main" id="{B536DE7D-5F93-FF69-02F8-B8B257A94D3B}"/>
              </a:ext>
            </a:extLst>
          </p:cNvPr>
          <p:cNvSpPr txBox="1"/>
          <p:nvPr/>
        </p:nvSpPr>
        <p:spPr>
          <a:xfrm>
            <a:off x="109728" y="1906523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20–30 creators onboarded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127792A-4184-05BA-105B-6472D2451821}"/>
              </a:ext>
            </a:extLst>
          </p:cNvPr>
          <p:cNvSpPr/>
          <p:nvPr/>
        </p:nvSpPr>
        <p:spPr>
          <a:xfrm>
            <a:off x="3375152" y="1906523"/>
            <a:ext cx="97129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71">
            <a:extLst>
              <a:ext uri="{FF2B5EF4-FFF2-40B4-BE49-F238E27FC236}">
                <a16:creationId xmlns:a16="http://schemas.microsoft.com/office/drawing/2014/main" id="{8E5A81E1-768D-3247-DC89-3763BAB21734}"/>
              </a:ext>
            </a:extLst>
          </p:cNvPr>
          <p:cNvSpPr txBox="1"/>
          <p:nvPr/>
        </p:nvSpPr>
        <p:spPr>
          <a:xfrm>
            <a:off x="3420872" y="1906523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20–30 creators onboard…</a:t>
            </a:r>
          </a:p>
        </p:txBody>
      </p:sp>
      <p:sp>
        <p:nvSpPr>
          <p:cNvPr id="233" name="TextBox 72">
            <a:extLst>
              <a:ext uri="{FF2B5EF4-FFF2-40B4-BE49-F238E27FC236}">
                <a16:creationId xmlns:a16="http://schemas.microsoft.com/office/drawing/2014/main" id="{A65BF6D4-8A0B-ABC5-58CF-403FAF02FEF8}"/>
              </a:ext>
            </a:extLst>
          </p:cNvPr>
          <p:cNvSpPr txBox="1"/>
          <p:nvPr/>
        </p:nvSpPr>
        <p:spPr>
          <a:xfrm>
            <a:off x="109728" y="2093975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KPIs tracked (Posthog)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043D2E6-3AFD-8818-2457-367EDDEB9B25}"/>
              </a:ext>
            </a:extLst>
          </p:cNvPr>
          <p:cNvSpPr/>
          <p:nvPr/>
        </p:nvSpPr>
        <p:spPr>
          <a:xfrm>
            <a:off x="3375152" y="2093975"/>
            <a:ext cx="866749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74">
            <a:extLst>
              <a:ext uri="{FF2B5EF4-FFF2-40B4-BE49-F238E27FC236}">
                <a16:creationId xmlns:a16="http://schemas.microsoft.com/office/drawing/2014/main" id="{D2D527DC-8966-D3A0-73FC-50E1E1152AF9}"/>
              </a:ext>
            </a:extLst>
          </p:cNvPr>
          <p:cNvSpPr txBox="1"/>
          <p:nvPr/>
        </p:nvSpPr>
        <p:spPr>
          <a:xfrm>
            <a:off x="3420872" y="2093975"/>
            <a:ext cx="85943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KPIs tracked (Posthog)</a:t>
            </a:r>
          </a:p>
        </p:txBody>
      </p:sp>
      <p:sp>
        <p:nvSpPr>
          <p:cNvPr id="236" name="TextBox 75">
            <a:extLst>
              <a:ext uri="{FF2B5EF4-FFF2-40B4-BE49-F238E27FC236}">
                <a16:creationId xmlns:a16="http://schemas.microsoft.com/office/drawing/2014/main" id="{BBB2B25A-DCEC-11FE-7CCE-A1ECA5D3BA25}"/>
              </a:ext>
            </a:extLst>
          </p:cNvPr>
          <p:cNvSpPr txBox="1"/>
          <p:nvPr/>
        </p:nvSpPr>
        <p:spPr>
          <a:xfrm>
            <a:off x="109728" y="228142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Aura Verified certification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6B702E2-BE6E-8720-716B-9C9D31C3B16B}"/>
              </a:ext>
            </a:extLst>
          </p:cNvPr>
          <p:cNvSpPr/>
          <p:nvPr/>
        </p:nvSpPr>
        <p:spPr>
          <a:xfrm>
            <a:off x="4914392" y="2281427"/>
            <a:ext cx="148437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77">
            <a:extLst>
              <a:ext uri="{FF2B5EF4-FFF2-40B4-BE49-F238E27FC236}">
                <a16:creationId xmlns:a16="http://schemas.microsoft.com/office/drawing/2014/main" id="{9E9F3955-CA7C-7CE3-B204-8AA1651FF7E9}"/>
              </a:ext>
            </a:extLst>
          </p:cNvPr>
          <p:cNvSpPr txBox="1"/>
          <p:nvPr/>
        </p:nvSpPr>
        <p:spPr>
          <a:xfrm>
            <a:off x="4960112" y="228142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Aura Verified certific…</a:t>
            </a:r>
          </a:p>
        </p:txBody>
      </p:sp>
      <p:sp>
        <p:nvSpPr>
          <p:cNvPr id="239" name="TextBox 78">
            <a:extLst>
              <a:ext uri="{FF2B5EF4-FFF2-40B4-BE49-F238E27FC236}">
                <a16:creationId xmlns:a16="http://schemas.microsoft.com/office/drawing/2014/main" id="{AD0A5065-5A9F-D0B9-C01B-76B501CB17B0}"/>
              </a:ext>
            </a:extLst>
          </p:cNvPr>
          <p:cNvSpPr txBox="1"/>
          <p:nvPr/>
        </p:nvSpPr>
        <p:spPr>
          <a:xfrm>
            <a:off x="109728" y="246887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Brand partnerships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B4D544E4-B92A-3DAE-3B7E-EDCB80A947DF}"/>
              </a:ext>
            </a:extLst>
          </p:cNvPr>
          <p:cNvSpPr/>
          <p:nvPr/>
        </p:nvSpPr>
        <p:spPr>
          <a:xfrm>
            <a:off x="4914392" y="2468879"/>
            <a:ext cx="712825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80">
            <a:extLst>
              <a:ext uri="{FF2B5EF4-FFF2-40B4-BE49-F238E27FC236}">
                <a16:creationId xmlns:a16="http://schemas.microsoft.com/office/drawing/2014/main" id="{3B00B2E7-F6F2-4F6C-F15F-75D80FB1389C}"/>
              </a:ext>
            </a:extLst>
          </p:cNvPr>
          <p:cNvSpPr txBox="1"/>
          <p:nvPr/>
        </p:nvSpPr>
        <p:spPr>
          <a:xfrm>
            <a:off x="4960112" y="2468879"/>
            <a:ext cx="70551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Brand partnerships</a:t>
            </a:r>
          </a:p>
        </p:txBody>
      </p:sp>
      <p:sp>
        <p:nvSpPr>
          <p:cNvPr id="242" name="TextBox 81">
            <a:extLst>
              <a:ext uri="{FF2B5EF4-FFF2-40B4-BE49-F238E27FC236}">
                <a16:creationId xmlns:a16="http://schemas.microsoft.com/office/drawing/2014/main" id="{53B113BE-995D-8142-1FF3-D00342B4106C}"/>
              </a:ext>
            </a:extLst>
          </p:cNvPr>
          <p:cNvSpPr txBox="1"/>
          <p:nvPr/>
        </p:nvSpPr>
        <p:spPr>
          <a:xfrm>
            <a:off x="109728" y="265633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Public launch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448738A-37A7-07E6-F95A-C31241798D3A}"/>
              </a:ext>
            </a:extLst>
          </p:cNvPr>
          <p:cNvSpPr/>
          <p:nvPr/>
        </p:nvSpPr>
        <p:spPr>
          <a:xfrm>
            <a:off x="5940552" y="2656332"/>
            <a:ext cx="458215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83">
            <a:extLst>
              <a:ext uri="{FF2B5EF4-FFF2-40B4-BE49-F238E27FC236}">
                <a16:creationId xmlns:a16="http://schemas.microsoft.com/office/drawing/2014/main" id="{09F9F833-5451-2DEA-84D5-9AEA9290B65B}"/>
              </a:ext>
            </a:extLst>
          </p:cNvPr>
          <p:cNvSpPr txBox="1"/>
          <p:nvPr/>
        </p:nvSpPr>
        <p:spPr>
          <a:xfrm>
            <a:off x="109728" y="284378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Retail Media / CPC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CB67051-C356-3ACB-43E5-FC34F53B6A11}"/>
              </a:ext>
            </a:extLst>
          </p:cNvPr>
          <p:cNvSpPr/>
          <p:nvPr/>
        </p:nvSpPr>
        <p:spPr>
          <a:xfrm>
            <a:off x="7479792" y="2843784"/>
            <a:ext cx="456285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85">
            <a:extLst>
              <a:ext uri="{FF2B5EF4-FFF2-40B4-BE49-F238E27FC236}">
                <a16:creationId xmlns:a16="http://schemas.microsoft.com/office/drawing/2014/main" id="{507AD5E6-D244-4313-8F3D-55B698E0CAAC}"/>
              </a:ext>
            </a:extLst>
          </p:cNvPr>
          <p:cNvSpPr txBox="1"/>
          <p:nvPr/>
        </p:nvSpPr>
        <p:spPr>
          <a:xfrm>
            <a:off x="7525512" y="2843784"/>
            <a:ext cx="44897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Retail Media / CPC</a:t>
            </a:r>
          </a:p>
        </p:txBody>
      </p:sp>
      <p:sp>
        <p:nvSpPr>
          <p:cNvPr id="247" name="TextBox 86">
            <a:extLst>
              <a:ext uri="{FF2B5EF4-FFF2-40B4-BE49-F238E27FC236}">
                <a16:creationId xmlns:a16="http://schemas.microsoft.com/office/drawing/2014/main" id="{CDAA1B4C-C130-7E34-0D66-DDE390B04E07}"/>
              </a:ext>
            </a:extLst>
          </p:cNvPr>
          <p:cNvSpPr txBox="1"/>
          <p:nvPr/>
        </p:nvSpPr>
        <p:spPr>
          <a:xfrm>
            <a:off x="109728" y="303123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B2B Direct Lead Gen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422AEA71-29C5-2A88-3BB1-7915C77303A2}"/>
              </a:ext>
            </a:extLst>
          </p:cNvPr>
          <p:cNvSpPr/>
          <p:nvPr/>
        </p:nvSpPr>
        <p:spPr>
          <a:xfrm>
            <a:off x="7479792" y="3031236"/>
            <a:ext cx="456285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88">
            <a:extLst>
              <a:ext uri="{FF2B5EF4-FFF2-40B4-BE49-F238E27FC236}">
                <a16:creationId xmlns:a16="http://schemas.microsoft.com/office/drawing/2014/main" id="{7B6E6025-EB81-4ED7-39E3-E9AA95AE8928}"/>
              </a:ext>
            </a:extLst>
          </p:cNvPr>
          <p:cNvSpPr txBox="1"/>
          <p:nvPr/>
        </p:nvSpPr>
        <p:spPr>
          <a:xfrm>
            <a:off x="7525512" y="3031236"/>
            <a:ext cx="44897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B2B Direct Lead Gen</a:t>
            </a:r>
          </a:p>
        </p:txBody>
      </p:sp>
      <p:sp>
        <p:nvSpPr>
          <p:cNvPr id="250" name="TextBox 89">
            <a:extLst>
              <a:ext uri="{FF2B5EF4-FFF2-40B4-BE49-F238E27FC236}">
                <a16:creationId xmlns:a16="http://schemas.microsoft.com/office/drawing/2014/main" id="{DDF36542-42C0-AAE4-EB81-0E235B564F79}"/>
              </a:ext>
            </a:extLst>
          </p:cNvPr>
          <p:cNvSpPr txBox="1"/>
          <p:nvPr/>
        </p:nvSpPr>
        <p:spPr>
          <a:xfrm>
            <a:off x="109728" y="321868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SaaS Data Insights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591779ED-0672-91AA-DCEE-B568017A5E86}"/>
              </a:ext>
            </a:extLst>
          </p:cNvPr>
          <p:cNvSpPr/>
          <p:nvPr/>
        </p:nvSpPr>
        <p:spPr>
          <a:xfrm>
            <a:off x="10558271" y="3218687"/>
            <a:ext cx="148437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91">
            <a:extLst>
              <a:ext uri="{FF2B5EF4-FFF2-40B4-BE49-F238E27FC236}">
                <a16:creationId xmlns:a16="http://schemas.microsoft.com/office/drawing/2014/main" id="{A91CA74D-8B26-14DF-065D-69117DFA4412}"/>
              </a:ext>
            </a:extLst>
          </p:cNvPr>
          <p:cNvSpPr txBox="1"/>
          <p:nvPr/>
        </p:nvSpPr>
        <p:spPr>
          <a:xfrm>
            <a:off x="10603992" y="321868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SaaS Data Insights</a:t>
            </a:r>
          </a:p>
        </p:txBody>
      </p:sp>
      <p:sp>
        <p:nvSpPr>
          <p:cNvPr id="253" name="TextBox 92">
            <a:extLst>
              <a:ext uri="{FF2B5EF4-FFF2-40B4-BE49-F238E27FC236}">
                <a16:creationId xmlns:a16="http://schemas.microsoft.com/office/drawing/2014/main" id="{F45494EC-10FC-6C5C-E412-8AFC35673A7B}"/>
              </a:ext>
            </a:extLst>
          </p:cNvPr>
          <p:cNvSpPr txBox="1"/>
          <p:nvPr/>
        </p:nvSpPr>
        <p:spPr>
          <a:xfrm>
            <a:off x="109728" y="340613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UK &amp; Europe expansion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240D9A2-A709-001F-34D2-61A35C86023C}"/>
              </a:ext>
            </a:extLst>
          </p:cNvPr>
          <p:cNvSpPr/>
          <p:nvPr/>
        </p:nvSpPr>
        <p:spPr>
          <a:xfrm>
            <a:off x="10558271" y="3406139"/>
            <a:ext cx="1484376" cy="123443"/>
          </a:xfrm>
          <a:prstGeom prst="rect">
            <a:avLst/>
          </a:prstGeom>
          <a:solidFill>
            <a:srgbClr val="D4AF37"/>
          </a:solidFill>
          <a:ln w="3810">
            <a:solidFill>
              <a:srgbClr val="8B7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94">
            <a:extLst>
              <a:ext uri="{FF2B5EF4-FFF2-40B4-BE49-F238E27FC236}">
                <a16:creationId xmlns:a16="http://schemas.microsoft.com/office/drawing/2014/main" id="{A30F7310-34FC-E563-7BEF-78D08C705762}"/>
              </a:ext>
            </a:extLst>
          </p:cNvPr>
          <p:cNvSpPr txBox="1"/>
          <p:nvPr/>
        </p:nvSpPr>
        <p:spPr>
          <a:xfrm>
            <a:off x="10603992" y="3406139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UK &amp; Europe expansion</a:t>
            </a:r>
          </a:p>
        </p:txBody>
      </p:sp>
      <p:sp>
        <p:nvSpPr>
          <p:cNvPr id="256" name="TextBox 95">
            <a:extLst>
              <a:ext uri="{FF2B5EF4-FFF2-40B4-BE49-F238E27FC236}">
                <a16:creationId xmlns:a16="http://schemas.microsoft.com/office/drawing/2014/main" id="{ABC61DDD-E02E-CC9E-5A34-3AFF259D6D0C}"/>
              </a:ext>
            </a:extLst>
          </p:cNvPr>
          <p:cNvSpPr txBox="1"/>
          <p:nvPr/>
        </p:nvSpPr>
        <p:spPr>
          <a:xfrm>
            <a:off x="109728" y="3593591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PWA + Supabase backend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AA72513-FCD0-5964-0C21-2CC4BFCE0C16}"/>
              </a:ext>
            </a:extLst>
          </p:cNvPr>
          <p:cNvSpPr/>
          <p:nvPr/>
        </p:nvSpPr>
        <p:spPr>
          <a:xfrm>
            <a:off x="2862072" y="3593591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97">
            <a:extLst>
              <a:ext uri="{FF2B5EF4-FFF2-40B4-BE49-F238E27FC236}">
                <a16:creationId xmlns:a16="http://schemas.microsoft.com/office/drawing/2014/main" id="{908EFB80-D944-1485-E7AD-013DF18CE631}"/>
              </a:ext>
            </a:extLst>
          </p:cNvPr>
          <p:cNvSpPr txBox="1"/>
          <p:nvPr/>
        </p:nvSpPr>
        <p:spPr>
          <a:xfrm>
            <a:off x="109728" y="378104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Lean Vision V1 (color+kw)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921002F-6B5A-B80E-0A6F-9B7FFFBD5621}"/>
              </a:ext>
            </a:extLst>
          </p:cNvPr>
          <p:cNvSpPr/>
          <p:nvPr/>
        </p:nvSpPr>
        <p:spPr>
          <a:xfrm>
            <a:off x="2862072" y="3781044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99">
            <a:extLst>
              <a:ext uri="{FF2B5EF4-FFF2-40B4-BE49-F238E27FC236}">
                <a16:creationId xmlns:a16="http://schemas.microsoft.com/office/drawing/2014/main" id="{704B2EAC-8539-DF19-87E7-2157D742C610}"/>
              </a:ext>
            </a:extLst>
          </p:cNvPr>
          <p:cNvSpPr txBox="1"/>
          <p:nvPr/>
        </p:nvSpPr>
        <p:spPr>
          <a:xfrm>
            <a:off x="109728" y="396849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Airtable matching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3FC8B922-A5E9-1688-4705-B32AD3431975}"/>
              </a:ext>
            </a:extLst>
          </p:cNvPr>
          <p:cNvSpPr/>
          <p:nvPr/>
        </p:nvSpPr>
        <p:spPr>
          <a:xfrm>
            <a:off x="2862072" y="3968496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101">
            <a:extLst>
              <a:ext uri="{FF2B5EF4-FFF2-40B4-BE49-F238E27FC236}">
                <a16:creationId xmlns:a16="http://schemas.microsoft.com/office/drawing/2014/main" id="{CFC2436F-8608-5328-E9A9-5C48ADA095DD}"/>
              </a:ext>
            </a:extLst>
          </p:cNvPr>
          <p:cNvSpPr txBox="1"/>
          <p:nvPr/>
        </p:nvSpPr>
        <p:spPr>
          <a:xfrm>
            <a:off x="2899325" y="3941668"/>
            <a:ext cx="105460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B0B0B"/>
                </a:solidFill>
                <a:latin typeface="Montserrat"/>
              </a:rPr>
              <a:t>Airtable</a:t>
            </a:r>
            <a:r>
              <a:rPr lang="fr-FR" sz="700" dirty="0">
                <a:solidFill>
                  <a:srgbClr val="0B0B0B"/>
                </a:solidFill>
                <a:latin typeface="Montserrat"/>
              </a:rPr>
              <a:t xml:space="preserve"> </a:t>
            </a:r>
            <a:r>
              <a:rPr sz="700" b="0" i="0" dirty="0">
                <a:solidFill>
                  <a:srgbClr val="0B0B0B"/>
                </a:solidFill>
                <a:latin typeface="Montserrat"/>
              </a:rPr>
              <a:t>matching</a:t>
            </a:r>
          </a:p>
        </p:txBody>
      </p:sp>
      <p:sp>
        <p:nvSpPr>
          <p:cNvPr id="263" name="TextBox 102">
            <a:extLst>
              <a:ext uri="{FF2B5EF4-FFF2-40B4-BE49-F238E27FC236}">
                <a16:creationId xmlns:a16="http://schemas.microsoft.com/office/drawing/2014/main" id="{BB80DB43-3121-8A37-516F-BF49C540A7F1}"/>
              </a:ext>
            </a:extLst>
          </p:cNvPr>
          <p:cNvSpPr txBox="1"/>
          <p:nvPr/>
        </p:nvSpPr>
        <p:spPr>
          <a:xfrm>
            <a:off x="109728" y="415594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Follow / feed Suivis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61677D54-E263-D2E5-4921-92486935C9EA}"/>
              </a:ext>
            </a:extLst>
          </p:cNvPr>
          <p:cNvSpPr/>
          <p:nvPr/>
        </p:nvSpPr>
        <p:spPr>
          <a:xfrm>
            <a:off x="3375152" y="4155948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104">
            <a:extLst>
              <a:ext uri="{FF2B5EF4-FFF2-40B4-BE49-F238E27FC236}">
                <a16:creationId xmlns:a16="http://schemas.microsoft.com/office/drawing/2014/main" id="{AADCA8D6-B9AD-7B61-BF67-45FD8B0C3966}"/>
              </a:ext>
            </a:extLst>
          </p:cNvPr>
          <p:cNvSpPr txBox="1"/>
          <p:nvPr/>
        </p:nvSpPr>
        <p:spPr>
          <a:xfrm>
            <a:off x="3420872" y="4155948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Follow / feed Suivis</a:t>
            </a:r>
          </a:p>
        </p:txBody>
      </p:sp>
      <p:sp>
        <p:nvSpPr>
          <p:cNvPr id="266" name="TextBox 105">
            <a:extLst>
              <a:ext uri="{FF2B5EF4-FFF2-40B4-BE49-F238E27FC236}">
                <a16:creationId xmlns:a16="http://schemas.microsoft.com/office/drawing/2014/main" id="{2B727818-F04C-2F8C-2DA3-716E1366B613}"/>
              </a:ext>
            </a:extLst>
          </p:cNvPr>
          <p:cNvSpPr txBox="1"/>
          <p:nvPr/>
        </p:nvSpPr>
        <p:spPr>
          <a:xfrm>
            <a:off x="109728" y="434340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MobileNet V1 (on-device)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6AE30FD-5A90-6FD9-B960-D9204881E9CA}"/>
              </a:ext>
            </a:extLst>
          </p:cNvPr>
          <p:cNvSpPr/>
          <p:nvPr/>
        </p:nvSpPr>
        <p:spPr>
          <a:xfrm>
            <a:off x="3375152" y="4343400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107">
            <a:extLst>
              <a:ext uri="{FF2B5EF4-FFF2-40B4-BE49-F238E27FC236}">
                <a16:creationId xmlns:a16="http://schemas.microsoft.com/office/drawing/2014/main" id="{8F2563D0-627E-B0A1-446E-9819D23C5374}"/>
              </a:ext>
            </a:extLst>
          </p:cNvPr>
          <p:cNvSpPr txBox="1"/>
          <p:nvPr/>
        </p:nvSpPr>
        <p:spPr>
          <a:xfrm>
            <a:off x="3420872" y="4343400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MobileNet V1 (on-devic…</a:t>
            </a:r>
          </a:p>
        </p:txBody>
      </p:sp>
      <p:sp>
        <p:nvSpPr>
          <p:cNvPr id="269" name="TextBox 108">
            <a:extLst>
              <a:ext uri="{FF2B5EF4-FFF2-40B4-BE49-F238E27FC236}">
                <a16:creationId xmlns:a16="http://schemas.microsoft.com/office/drawing/2014/main" id="{1F605D4E-99A3-1E00-E541-B6F32A11649F}"/>
              </a:ext>
            </a:extLst>
          </p:cNvPr>
          <p:cNvSpPr txBox="1"/>
          <p:nvPr/>
        </p:nvSpPr>
        <p:spPr>
          <a:xfrm>
            <a:off x="109728" y="453085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Multi-photo posts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56B4FE2F-EF0F-0199-8F7C-E2DEE44A82D6}"/>
              </a:ext>
            </a:extLst>
          </p:cNvPr>
          <p:cNvSpPr/>
          <p:nvPr/>
        </p:nvSpPr>
        <p:spPr>
          <a:xfrm>
            <a:off x="3888232" y="4530852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110">
            <a:extLst>
              <a:ext uri="{FF2B5EF4-FFF2-40B4-BE49-F238E27FC236}">
                <a16:creationId xmlns:a16="http://schemas.microsoft.com/office/drawing/2014/main" id="{E047E3BC-4C64-3419-2E96-974CDF4B649D}"/>
              </a:ext>
            </a:extLst>
          </p:cNvPr>
          <p:cNvSpPr txBox="1"/>
          <p:nvPr/>
        </p:nvSpPr>
        <p:spPr>
          <a:xfrm>
            <a:off x="3933952" y="4530852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Multi-photo posts</a:t>
            </a:r>
          </a:p>
        </p:txBody>
      </p:sp>
      <p:sp>
        <p:nvSpPr>
          <p:cNvPr id="272" name="TextBox 111">
            <a:extLst>
              <a:ext uri="{FF2B5EF4-FFF2-40B4-BE49-F238E27FC236}">
                <a16:creationId xmlns:a16="http://schemas.microsoft.com/office/drawing/2014/main" id="{617D59D4-F34D-D7E1-8F54-84F1252BC323}"/>
              </a:ext>
            </a:extLst>
          </p:cNvPr>
          <p:cNvSpPr txBox="1"/>
          <p:nvPr/>
        </p:nvSpPr>
        <p:spPr>
          <a:xfrm>
            <a:off x="109728" y="471830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Push notifications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621E0860-B327-E3D3-247E-1FB2B13093C6}"/>
              </a:ext>
            </a:extLst>
          </p:cNvPr>
          <p:cNvSpPr/>
          <p:nvPr/>
        </p:nvSpPr>
        <p:spPr>
          <a:xfrm>
            <a:off x="3888232" y="4718304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113">
            <a:extLst>
              <a:ext uri="{FF2B5EF4-FFF2-40B4-BE49-F238E27FC236}">
                <a16:creationId xmlns:a16="http://schemas.microsoft.com/office/drawing/2014/main" id="{D74E5F23-B91B-BA88-F229-36358C06B366}"/>
              </a:ext>
            </a:extLst>
          </p:cNvPr>
          <p:cNvSpPr txBox="1"/>
          <p:nvPr/>
        </p:nvSpPr>
        <p:spPr>
          <a:xfrm>
            <a:off x="3933952" y="4718304"/>
            <a:ext cx="89814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Push notifications</a:t>
            </a:r>
          </a:p>
        </p:txBody>
      </p:sp>
      <p:sp>
        <p:nvSpPr>
          <p:cNvPr id="275" name="TextBox 114">
            <a:extLst>
              <a:ext uri="{FF2B5EF4-FFF2-40B4-BE49-F238E27FC236}">
                <a16:creationId xmlns:a16="http://schemas.microsoft.com/office/drawing/2014/main" id="{F6ED5BE6-FEA1-3F88-B2D6-2B1ED1838111}"/>
              </a:ext>
            </a:extLst>
          </p:cNvPr>
          <p:cNvSpPr txBox="1"/>
          <p:nvPr/>
        </p:nvSpPr>
        <p:spPr>
          <a:xfrm>
            <a:off x="109728" y="4905755"/>
            <a:ext cx="2194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CCCC"/>
                </a:solidFill>
                <a:latin typeface="Montserrat"/>
              </a:rPr>
              <a:t>1</a:t>
            </a:r>
            <a:r>
              <a:rPr lang="fr-FR" sz="800" dirty="0">
                <a:solidFill>
                  <a:srgbClr val="CCCCCC"/>
                </a:solidFill>
                <a:latin typeface="Montserrat"/>
              </a:rPr>
              <a:t>a</a:t>
            </a:r>
            <a:r>
              <a:rPr sz="800" b="0" i="0" dirty="0">
                <a:solidFill>
                  <a:srgbClr val="CCCCCC"/>
                </a:solidFill>
                <a:latin typeface="Montserrat"/>
              </a:rPr>
              <a:t>n FR / EN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BCD3F39-E5C3-A2BC-5A2D-67775D93E0D6}"/>
              </a:ext>
            </a:extLst>
          </p:cNvPr>
          <p:cNvSpPr/>
          <p:nvPr/>
        </p:nvSpPr>
        <p:spPr>
          <a:xfrm>
            <a:off x="4401312" y="4905755"/>
            <a:ext cx="97129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116">
            <a:extLst>
              <a:ext uri="{FF2B5EF4-FFF2-40B4-BE49-F238E27FC236}">
                <a16:creationId xmlns:a16="http://schemas.microsoft.com/office/drawing/2014/main" id="{AF3FBB6C-27F0-400B-2FA3-ED36CB2E4863}"/>
              </a:ext>
            </a:extLst>
          </p:cNvPr>
          <p:cNvSpPr txBox="1"/>
          <p:nvPr/>
        </p:nvSpPr>
        <p:spPr>
          <a:xfrm>
            <a:off x="4447032" y="4905755"/>
            <a:ext cx="89814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700" dirty="0">
                <a:solidFill>
                  <a:srgbClr val="0B0B0B"/>
                </a:solidFill>
                <a:latin typeface="Montserrat"/>
              </a:rPr>
              <a:t>la</a:t>
            </a:r>
            <a:r>
              <a:rPr sz="700" b="0" i="0" dirty="0">
                <a:solidFill>
                  <a:srgbClr val="0B0B0B"/>
                </a:solidFill>
                <a:latin typeface="Montserrat"/>
              </a:rPr>
              <a:t>n FR / EN</a:t>
            </a:r>
          </a:p>
        </p:txBody>
      </p:sp>
      <p:sp>
        <p:nvSpPr>
          <p:cNvPr id="278" name="TextBox 117">
            <a:extLst>
              <a:ext uri="{FF2B5EF4-FFF2-40B4-BE49-F238E27FC236}">
                <a16:creationId xmlns:a16="http://schemas.microsoft.com/office/drawing/2014/main" id="{C72B9A77-9165-AC99-2F0C-CA050B332975}"/>
              </a:ext>
            </a:extLst>
          </p:cNvPr>
          <p:cNvSpPr txBox="1"/>
          <p:nvPr/>
        </p:nvSpPr>
        <p:spPr>
          <a:xfrm>
            <a:off x="109728" y="5093207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React Native migration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999DB00B-7F70-F56F-832E-3CEF0DA4A6B7}"/>
              </a:ext>
            </a:extLst>
          </p:cNvPr>
          <p:cNvSpPr/>
          <p:nvPr/>
        </p:nvSpPr>
        <p:spPr>
          <a:xfrm>
            <a:off x="4914392" y="5093207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119">
            <a:extLst>
              <a:ext uri="{FF2B5EF4-FFF2-40B4-BE49-F238E27FC236}">
                <a16:creationId xmlns:a16="http://schemas.microsoft.com/office/drawing/2014/main" id="{8854DEA6-5918-5ABD-0040-AC7A00E82F36}"/>
              </a:ext>
            </a:extLst>
          </p:cNvPr>
          <p:cNvSpPr txBox="1"/>
          <p:nvPr/>
        </p:nvSpPr>
        <p:spPr>
          <a:xfrm>
            <a:off x="4960112" y="5093207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React Native migration</a:t>
            </a:r>
          </a:p>
        </p:txBody>
      </p:sp>
      <p:sp>
        <p:nvSpPr>
          <p:cNvPr id="281" name="TextBox 120">
            <a:extLst>
              <a:ext uri="{FF2B5EF4-FFF2-40B4-BE49-F238E27FC236}">
                <a16:creationId xmlns:a16="http://schemas.microsoft.com/office/drawing/2014/main" id="{C995A245-5BF6-6B78-A13B-D009737AF9F7}"/>
              </a:ext>
            </a:extLst>
          </p:cNvPr>
          <p:cNvSpPr txBox="1"/>
          <p:nvPr/>
        </p:nvSpPr>
        <p:spPr>
          <a:xfrm>
            <a:off x="109728" y="5280659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App Store / Play Store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0364E4D6-7784-FF68-8557-627F3A0B62B1}"/>
              </a:ext>
            </a:extLst>
          </p:cNvPr>
          <p:cNvSpPr/>
          <p:nvPr/>
        </p:nvSpPr>
        <p:spPr>
          <a:xfrm>
            <a:off x="5940552" y="5280659"/>
            <a:ext cx="458215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122">
            <a:extLst>
              <a:ext uri="{FF2B5EF4-FFF2-40B4-BE49-F238E27FC236}">
                <a16:creationId xmlns:a16="http://schemas.microsoft.com/office/drawing/2014/main" id="{7228D278-8E72-AAF6-62C6-988DCCB89430}"/>
              </a:ext>
            </a:extLst>
          </p:cNvPr>
          <p:cNvSpPr txBox="1"/>
          <p:nvPr/>
        </p:nvSpPr>
        <p:spPr>
          <a:xfrm>
            <a:off x="109728" y="546811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Lean Vision V2 (CLIP)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74A60408-B5BD-9A7E-188C-E03C999B0519}"/>
              </a:ext>
            </a:extLst>
          </p:cNvPr>
          <p:cNvSpPr/>
          <p:nvPr/>
        </p:nvSpPr>
        <p:spPr>
          <a:xfrm>
            <a:off x="5427472" y="5468112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124">
            <a:extLst>
              <a:ext uri="{FF2B5EF4-FFF2-40B4-BE49-F238E27FC236}">
                <a16:creationId xmlns:a16="http://schemas.microsoft.com/office/drawing/2014/main" id="{F2DE3691-4937-0618-CD8A-273E416869CD}"/>
              </a:ext>
            </a:extLst>
          </p:cNvPr>
          <p:cNvSpPr txBox="1"/>
          <p:nvPr/>
        </p:nvSpPr>
        <p:spPr>
          <a:xfrm>
            <a:off x="5473192" y="5468112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Lean Vision V2 (CLIP)</a:t>
            </a:r>
          </a:p>
        </p:txBody>
      </p:sp>
      <p:sp>
        <p:nvSpPr>
          <p:cNvPr id="286" name="TextBox 125">
            <a:extLst>
              <a:ext uri="{FF2B5EF4-FFF2-40B4-BE49-F238E27FC236}">
                <a16:creationId xmlns:a16="http://schemas.microsoft.com/office/drawing/2014/main" id="{96F3B3E7-EDA8-3B6C-5CA8-C1AFBAD819FA}"/>
              </a:ext>
            </a:extLst>
          </p:cNvPr>
          <p:cNvSpPr txBox="1"/>
          <p:nvPr/>
        </p:nvSpPr>
        <p:spPr>
          <a:xfrm>
            <a:off x="109728" y="5655564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Stories &amp; video posts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99B68E4-1BBA-4783-19CB-F0D94FD318D3}"/>
              </a:ext>
            </a:extLst>
          </p:cNvPr>
          <p:cNvSpPr/>
          <p:nvPr/>
        </p:nvSpPr>
        <p:spPr>
          <a:xfrm>
            <a:off x="6966712" y="5655564"/>
            <a:ext cx="199745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127">
            <a:extLst>
              <a:ext uri="{FF2B5EF4-FFF2-40B4-BE49-F238E27FC236}">
                <a16:creationId xmlns:a16="http://schemas.microsoft.com/office/drawing/2014/main" id="{13B6075A-39F1-20C9-62FF-2E92CCE510F2}"/>
              </a:ext>
            </a:extLst>
          </p:cNvPr>
          <p:cNvSpPr txBox="1"/>
          <p:nvPr/>
        </p:nvSpPr>
        <p:spPr>
          <a:xfrm>
            <a:off x="7012432" y="5655564"/>
            <a:ext cx="192430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Stories &amp; video posts</a:t>
            </a:r>
          </a:p>
        </p:txBody>
      </p:sp>
      <p:sp>
        <p:nvSpPr>
          <p:cNvPr id="289" name="TextBox 128">
            <a:extLst>
              <a:ext uri="{FF2B5EF4-FFF2-40B4-BE49-F238E27FC236}">
                <a16:creationId xmlns:a16="http://schemas.microsoft.com/office/drawing/2014/main" id="{4F1147BD-3FA8-BE96-DF7E-EC7A9D30B3F1}"/>
              </a:ext>
            </a:extLst>
          </p:cNvPr>
          <p:cNvSpPr txBox="1"/>
          <p:nvPr/>
        </p:nvSpPr>
        <p:spPr>
          <a:xfrm>
            <a:off x="109728" y="5843016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Brand analytics dashboard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B0DED293-68A4-2EF0-9C9B-83E476ACD117}"/>
              </a:ext>
            </a:extLst>
          </p:cNvPr>
          <p:cNvSpPr/>
          <p:nvPr/>
        </p:nvSpPr>
        <p:spPr>
          <a:xfrm>
            <a:off x="7479792" y="5843016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130">
            <a:extLst>
              <a:ext uri="{FF2B5EF4-FFF2-40B4-BE49-F238E27FC236}">
                <a16:creationId xmlns:a16="http://schemas.microsoft.com/office/drawing/2014/main" id="{A7DC6C57-B9E3-F656-CE8B-47737BD4A566}"/>
              </a:ext>
            </a:extLst>
          </p:cNvPr>
          <p:cNvSpPr txBox="1"/>
          <p:nvPr/>
        </p:nvSpPr>
        <p:spPr>
          <a:xfrm>
            <a:off x="7525512" y="5843016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Brand analytics dashbo…</a:t>
            </a:r>
          </a:p>
        </p:txBody>
      </p:sp>
      <p:sp>
        <p:nvSpPr>
          <p:cNvPr id="292" name="TextBox 131">
            <a:extLst>
              <a:ext uri="{FF2B5EF4-FFF2-40B4-BE49-F238E27FC236}">
                <a16:creationId xmlns:a16="http://schemas.microsoft.com/office/drawing/2014/main" id="{1FC40F53-AD17-E45F-996F-26011560B121}"/>
              </a:ext>
            </a:extLst>
          </p:cNvPr>
          <p:cNvSpPr txBox="1"/>
          <p:nvPr/>
        </p:nvSpPr>
        <p:spPr>
          <a:xfrm>
            <a:off x="109728" y="6030468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Open API for brands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1867FBC1-79D1-CE76-EEDE-C84C6BC1631E}"/>
              </a:ext>
            </a:extLst>
          </p:cNvPr>
          <p:cNvSpPr/>
          <p:nvPr/>
        </p:nvSpPr>
        <p:spPr>
          <a:xfrm>
            <a:off x="9019032" y="6030468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133">
            <a:extLst>
              <a:ext uri="{FF2B5EF4-FFF2-40B4-BE49-F238E27FC236}">
                <a16:creationId xmlns:a16="http://schemas.microsoft.com/office/drawing/2014/main" id="{4C4BFFB5-1338-06EA-E849-8CC3641FC31F}"/>
              </a:ext>
            </a:extLst>
          </p:cNvPr>
          <p:cNvSpPr txBox="1"/>
          <p:nvPr/>
        </p:nvSpPr>
        <p:spPr>
          <a:xfrm>
            <a:off x="9064752" y="6030468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 dirty="0">
                <a:solidFill>
                  <a:srgbClr val="0B0B0B"/>
                </a:solidFill>
                <a:latin typeface="Montserrat"/>
              </a:rPr>
              <a:t>Open API for brands</a:t>
            </a:r>
          </a:p>
        </p:txBody>
      </p:sp>
      <p:sp>
        <p:nvSpPr>
          <p:cNvPr id="295" name="TextBox 134">
            <a:extLst>
              <a:ext uri="{FF2B5EF4-FFF2-40B4-BE49-F238E27FC236}">
                <a16:creationId xmlns:a16="http://schemas.microsoft.com/office/drawing/2014/main" id="{9D75F6C7-71E3-2DFC-B986-5FE846C13375}"/>
              </a:ext>
            </a:extLst>
          </p:cNvPr>
          <p:cNvSpPr txBox="1"/>
          <p:nvPr/>
        </p:nvSpPr>
        <p:spPr>
          <a:xfrm>
            <a:off x="109728" y="6217920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Proprietary Lean Vision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3AA1F26-D300-BF33-A5F5-D9BE8C19D826}"/>
              </a:ext>
            </a:extLst>
          </p:cNvPr>
          <p:cNvSpPr/>
          <p:nvPr/>
        </p:nvSpPr>
        <p:spPr>
          <a:xfrm>
            <a:off x="9019032" y="6217920"/>
            <a:ext cx="302361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136">
            <a:extLst>
              <a:ext uri="{FF2B5EF4-FFF2-40B4-BE49-F238E27FC236}">
                <a16:creationId xmlns:a16="http://schemas.microsoft.com/office/drawing/2014/main" id="{9F25F56D-591E-9407-4541-E7CE265F9F2A}"/>
              </a:ext>
            </a:extLst>
          </p:cNvPr>
          <p:cNvSpPr txBox="1"/>
          <p:nvPr/>
        </p:nvSpPr>
        <p:spPr>
          <a:xfrm>
            <a:off x="9064752" y="6217920"/>
            <a:ext cx="295046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Proprietary Lean Visio…</a:t>
            </a:r>
          </a:p>
        </p:txBody>
      </p:sp>
      <p:sp>
        <p:nvSpPr>
          <p:cNvPr id="298" name="TextBox 137">
            <a:extLst>
              <a:ext uri="{FF2B5EF4-FFF2-40B4-BE49-F238E27FC236}">
                <a16:creationId xmlns:a16="http://schemas.microsoft.com/office/drawing/2014/main" id="{5FD5E5EC-4BC8-6D1B-B4BA-45BE4EDE439B}"/>
              </a:ext>
            </a:extLst>
          </p:cNvPr>
          <p:cNvSpPr txBox="1"/>
          <p:nvPr/>
        </p:nvSpPr>
        <p:spPr>
          <a:xfrm>
            <a:off x="109728" y="6405372"/>
            <a:ext cx="2194560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  <a:latin typeface="Montserrat"/>
              </a:rPr>
              <a:t>AI trend prediction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E5CA1BBB-B4CC-C636-64DF-F8AFE28DA850}"/>
              </a:ext>
            </a:extLst>
          </p:cNvPr>
          <p:cNvSpPr/>
          <p:nvPr/>
        </p:nvSpPr>
        <p:spPr>
          <a:xfrm>
            <a:off x="10558271" y="6405372"/>
            <a:ext cx="1484376" cy="123443"/>
          </a:xfrm>
          <a:prstGeom prst="rect">
            <a:avLst/>
          </a:prstGeom>
          <a:solidFill>
            <a:srgbClr val="1D9E75"/>
          </a:solidFill>
          <a:ln w="3810">
            <a:solidFill>
              <a:srgbClr val="156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139">
            <a:extLst>
              <a:ext uri="{FF2B5EF4-FFF2-40B4-BE49-F238E27FC236}">
                <a16:creationId xmlns:a16="http://schemas.microsoft.com/office/drawing/2014/main" id="{524743D9-E34A-BDBE-4814-0263BF3161D6}"/>
              </a:ext>
            </a:extLst>
          </p:cNvPr>
          <p:cNvSpPr txBox="1"/>
          <p:nvPr/>
        </p:nvSpPr>
        <p:spPr>
          <a:xfrm>
            <a:off x="10603992" y="6405372"/>
            <a:ext cx="1411224" cy="12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B0B0B"/>
                </a:solidFill>
                <a:latin typeface="Montserrat"/>
              </a:rPr>
              <a:t>AI trend prediction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476F35D-8B42-4924-ABB1-4C78E1F16F7D}"/>
              </a:ext>
            </a:extLst>
          </p:cNvPr>
          <p:cNvSpPr/>
          <p:nvPr/>
        </p:nvSpPr>
        <p:spPr>
          <a:xfrm>
            <a:off x="334772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E5CD072-BDFC-A3EC-118C-C1EF4624389E}"/>
              </a:ext>
            </a:extLst>
          </p:cNvPr>
          <p:cNvSpPr/>
          <p:nvPr/>
        </p:nvSpPr>
        <p:spPr>
          <a:xfrm>
            <a:off x="437388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D9157133-595E-DFD2-8E8E-713090DF14B9}"/>
              </a:ext>
            </a:extLst>
          </p:cNvPr>
          <p:cNvSpPr/>
          <p:nvPr/>
        </p:nvSpPr>
        <p:spPr>
          <a:xfrm>
            <a:off x="745236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3DA98E8-823A-5307-BF5B-BC7F4D2C5B77}"/>
              </a:ext>
            </a:extLst>
          </p:cNvPr>
          <p:cNvSpPr/>
          <p:nvPr/>
        </p:nvSpPr>
        <p:spPr>
          <a:xfrm>
            <a:off x="10530840" y="841248"/>
            <a:ext cx="18288" cy="5724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725F3453-0B59-EFDC-F71B-DCD013B2504B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8A028E8-192B-9538-0B98-85F66243BBFA}"/>
              </a:ext>
            </a:extLst>
          </p:cNvPr>
          <p:cNvSpPr/>
          <p:nvPr/>
        </p:nvSpPr>
        <p:spPr>
          <a:xfrm>
            <a:off x="-63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14240A2F-18FE-ECBC-6622-16D78D173443}"/>
              </a:ext>
            </a:extLst>
          </p:cNvPr>
          <p:cNvSpPr txBox="1"/>
          <p:nvPr/>
        </p:nvSpPr>
        <p:spPr>
          <a:xfrm>
            <a:off x="731457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Core Team &amp; Advisors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984FE2-9AFB-24E9-0FF7-58DCC037B556}"/>
              </a:ext>
            </a:extLst>
          </p:cNvPr>
          <p:cNvSpPr/>
          <p:nvPr/>
        </p:nvSpPr>
        <p:spPr>
          <a:xfrm>
            <a:off x="731457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25657DB9-DEB6-233A-9083-CB1D8A4B50D3}"/>
              </a:ext>
            </a:extLst>
          </p:cNvPr>
          <p:cNvSpPr txBox="1"/>
          <p:nvPr/>
        </p:nvSpPr>
        <p:spPr>
          <a:xfrm>
            <a:off x="3383217" y="3259586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D4AF37"/>
                </a:solidFill>
                <a:latin typeface="Montserrat"/>
              </a:rPr>
              <a:t>Idriss Bouamor</a:t>
            </a:r>
          </a:p>
          <a:p>
            <a:pPr algn="ctr"/>
            <a:r>
              <a:rPr lang="en-GB" sz="1100" b="1" noProof="0" dirty="0">
                <a:solidFill>
                  <a:srgbClr val="D4AF37"/>
                </a:solidFill>
                <a:latin typeface="Montserrat"/>
              </a:rPr>
              <a:t>Founder</a:t>
            </a:r>
          </a:p>
          <a:p>
            <a:pPr algn="ctr"/>
            <a:r>
              <a:rPr lang="en-US" sz="1100" b="1" i="0" noProof="0" dirty="0">
                <a:solidFill>
                  <a:srgbClr val="D4AF37"/>
                </a:solidFill>
                <a:latin typeface="Montserrat"/>
              </a:rPr>
              <a:t>Designed, built and deployed WearAura solo</a:t>
            </a:r>
            <a:endParaRPr lang="en-GB" sz="1100" b="1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2CB6C2-1E7D-14D0-7AA5-4AB323BB574A}"/>
              </a:ext>
            </a:extLst>
          </p:cNvPr>
          <p:cNvSpPr/>
          <p:nvPr/>
        </p:nvSpPr>
        <p:spPr>
          <a:xfrm>
            <a:off x="-63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3A01D5B-2AD8-24C6-C756-B506687A5520}"/>
              </a:ext>
            </a:extLst>
          </p:cNvPr>
          <p:cNvSpPr/>
          <p:nvPr/>
        </p:nvSpPr>
        <p:spPr>
          <a:xfrm>
            <a:off x="3699332" y="4226836"/>
            <a:ext cx="2064293" cy="1771903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0F4722A-7892-E6F7-0AD7-C52CAE8778C2}"/>
              </a:ext>
            </a:extLst>
          </p:cNvPr>
          <p:cNvSpPr/>
          <p:nvPr/>
        </p:nvSpPr>
        <p:spPr>
          <a:xfrm>
            <a:off x="9723431" y="4196269"/>
            <a:ext cx="2064293" cy="1771903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AA7391D-C941-4E2B-8257-0873042AEF57}"/>
              </a:ext>
            </a:extLst>
          </p:cNvPr>
          <p:cNvSpPr/>
          <p:nvPr/>
        </p:nvSpPr>
        <p:spPr>
          <a:xfrm>
            <a:off x="6587756" y="4226837"/>
            <a:ext cx="2064293" cy="1771903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0" name="AutoShape 10">
            <a:extLst>
              <a:ext uri="{FF2B5EF4-FFF2-40B4-BE49-F238E27FC236}">
                <a16:creationId xmlns:a16="http://schemas.microsoft.com/office/drawing/2014/main" id="{61E1FE46-2C73-E571-CCA6-6B3289DB7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6708" y="2867590"/>
            <a:ext cx="2356104" cy="235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0A25581-07EE-2AAA-C1F1-301B0962E5D0}"/>
              </a:ext>
            </a:extLst>
          </p:cNvPr>
          <p:cNvSpPr/>
          <p:nvPr/>
        </p:nvSpPr>
        <p:spPr>
          <a:xfrm>
            <a:off x="5036802" y="1483626"/>
            <a:ext cx="2064293" cy="1771903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00" r="-1700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DEC888CB-2081-EF14-2AA8-A50CCBB7872C}"/>
              </a:ext>
            </a:extLst>
          </p:cNvPr>
          <p:cNvSpPr txBox="1"/>
          <p:nvPr/>
        </p:nvSpPr>
        <p:spPr>
          <a:xfrm>
            <a:off x="294712" y="5233712"/>
            <a:ext cx="26523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b="1" dirty="0">
                <a:solidFill>
                  <a:srgbClr val="D4AF37"/>
                </a:solidFill>
                <a:latin typeface="Montserrat"/>
              </a:rPr>
              <a:t>Supported by ESTIA students</a:t>
            </a:r>
            <a:endParaRPr lang="en-GB" sz="1100" b="1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47" name="TextBox 7">
            <a:extLst>
              <a:ext uri="{FF2B5EF4-FFF2-40B4-BE49-F238E27FC236}">
                <a16:creationId xmlns:a16="http://schemas.microsoft.com/office/drawing/2014/main" id="{DF8A7D49-9179-B42A-F4AA-1C606F439967}"/>
              </a:ext>
            </a:extLst>
          </p:cNvPr>
          <p:cNvSpPr txBox="1"/>
          <p:nvPr/>
        </p:nvSpPr>
        <p:spPr>
          <a:xfrm>
            <a:off x="2033998" y="6147885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D4AF37"/>
                </a:solidFill>
                <a:latin typeface="Montserrat"/>
              </a:rPr>
              <a:t>Jérémie Faham</a:t>
            </a:r>
            <a:endParaRPr lang="en-GB" sz="1100" b="1" dirty="0">
              <a:solidFill>
                <a:srgbClr val="D4AF37"/>
              </a:solidFill>
              <a:latin typeface="Montserrat"/>
            </a:endParaRPr>
          </a:p>
          <a:p>
            <a:pPr algn="ctr"/>
            <a:r>
              <a:rPr lang="en-GB" sz="1100" b="1" dirty="0">
                <a:solidFill>
                  <a:srgbClr val="D4AF37"/>
                </a:solidFill>
                <a:latin typeface="Montserrat"/>
              </a:rPr>
              <a:t>Start-up Advisor</a:t>
            </a:r>
            <a:endParaRPr lang="en-GB" sz="1100" b="1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3FB8382B-D0D3-2BBF-1AEE-DF243043D5F3}"/>
              </a:ext>
            </a:extLst>
          </p:cNvPr>
          <p:cNvSpPr txBox="1"/>
          <p:nvPr/>
        </p:nvSpPr>
        <p:spPr>
          <a:xfrm>
            <a:off x="8058097" y="6106990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D4AF37"/>
                </a:solidFill>
                <a:latin typeface="Montserrat"/>
              </a:rPr>
              <a:t>Matti Laitinen</a:t>
            </a:r>
          </a:p>
          <a:p>
            <a:pPr algn="ctr"/>
            <a:r>
              <a:rPr lang="en-GB" sz="1100" b="1" dirty="0">
                <a:solidFill>
                  <a:srgbClr val="D4AF37"/>
                </a:solidFill>
                <a:latin typeface="Montserrat"/>
              </a:rPr>
              <a:t>RDI Expert</a:t>
            </a:r>
            <a:endParaRPr lang="en-GB" sz="1100" b="1" i="0" noProof="0" dirty="0">
              <a:solidFill>
                <a:srgbClr val="D4AF37"/>
              </a:solidFill>
              <a:latin typeface="Montserrat"/>
            </a:endParaRP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FEEBCDB0-9F3D-3867-7757-83BEB4AD3814}"/>
              </a:ext>
            </a:extLst>
          </p:cNvPr>
          <p:cNvSpPr txBox="1"/>
          <p:nvPr/>
        </p:nvSpPr>
        <p:spPr>
          <a:xfrm>
            <a:off x="4922422" y="6276222"/>
            <a:ext cx="5394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noProof="0" dirty="0">
                <a:solidFill>
                  <a:srgbClr val="D4AF37"/>
                </a:solidFill>
                <a:latin typeface="Montserrat"/>
              </a:rPr>
              <a:t>Tommy Belvoix</a:t>
            </a:r>
          </a:p>
          <a:p>
            <a:pPr algn="ctr"/>
            <a:r>
              <a:rPr lang="en-GB" sz="1100" b="1" dirty="0">
                <a:solidFill>
                  <a:srgbClr val="D4AF37"/>
                </a:solidFill>
                <a:latin typeface="Montserrat"/>
              </a:rPr>
              <a:t>Start-up Advisor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064F0A67-8009-A076-4198-D689F67581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979" r="15343"/>
          <a:stretch>
            <a:fillRect/>
          </a:stretch>
        </p:blipFill>
        <p:spPr>
          <a:xfrm>
            <a:off x="294712" y="5449267"/>
            <a:ext cx="2412797" cy="12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62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F8088-7E75-6DE4-9F46-8842968E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F321A82-AACD-BFD1-0FDE-8AD6BEDD15F0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4588536-1294-CAD5-964E-462961AE128A}"/>
              </a:ext>
            </a:extLst>
          </p:cNvPr>
          <p:cNvSpPr txBox="1"/>
          <p:nvPr/>
        </p:nvSpPr>
        <p:spPr>
          <a:xfrm>
            <a:off x="731520" y="365760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dirty="0">
                <a:solidFill>
                  <a:srgbClr val="D4AF37"/>
                </a:solidFill>
                <a:latin typeface="Cormorant Garamond"/>
              </a:rPr>
              <a:t>Potential Partners</a:t>
            </a:r>
            <a:endParaRPr lang="en-GB" sz="3800" b="1" i="0" noProof="0" dirty="0">
              <a:solidFill>
                <a:srgbClr val="D4AF37"/>
              </a:solidFill>
              <a:latin typeface="Cormorant Garamon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89EDC3-EA66-8C07-6E10-D0823E76370A}"/>
              </a:ext>
            </a:extLst>
          </p:cNvPr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4E9789-1729-D681-D728-9ABFC921B69A}"/>
              </a:ext>
            </a:extLst>
          </p:cNvPr>
          <p:cNvSpPr/>
          <p:nvPr/>
        </p:nvSpPr>
        <p:spPr>
          <a:xfrm>
            <a:off x="529389" y="2520696"/>
            <a:ext cx="3291841" cy="228600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8CF38B06-06F8-04C8-B48B-7CA252F2C5A3}"/>
              </a:ext>
            </a:extLst>
          </p:cNvPr>
          <p:cNvSpPr txBox="1"/>
          <p:nvPr/>
        </p:nvSpPr>
        <p:spPr>
          <a:xfrm>
            <a:off x="684463" y="2657856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🤝  Technical Partner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95566AAC-08F8-5EB5-99CE-355F1F3F2B5D}"/>
              </a:ext>
            </a:extLst>
          </p:cNvPr>
          <p:cNvSpPr txBox="1"/>
          <p:nvPr/>
        </p:nvSpPr>
        <p:spPr>
          <a:xfrm>
            <a:off x="684463" y="3252216"/>
            <a:ext cx="3072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We are seeking a React Native developer to scale the MVP into a native mobile app, and a product designer to co-shape the WearAura experience as a founding team member.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EE34FD-3449-1DDF-2610-8E98B605BB8B}"/>
              </a:ext>
            </a:extLst>
          </p:cNvPr>
          <p:cNvSpPr/>
          <p:nvPr/>
        </p:nvSpPr>
        <p:spPr>
          <a:xfrm>
            <a:off x="4496601" y="2555828"/>
            <a:ext cx="3291841" cy="228600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67E211A-0065-180F-C340-C7FF85E4259F}"/>
              </a:ext>
            </a:extLst>
          </p:cNvPr>
          <p:cNvSpPr txBox="1"/>
          <p:nvPr/>
        </p:nvSpPr>
        <p:spPr>
          <a:xfrm>
            <a:off x="4651675" y="2692988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🏷️  Brand Partnerships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003A7E1D-CAC5-3E3E-9AFF-845377CB1454}"/>
              </a:ext>
            </a:extLst>
          </p:cNvPr>
          <p:cNvSpPr txBox="1"/>
          <p:nvPr/>
        </p:nvSpPr>
        <p:spPr>
          <a:xfrm>
            <a:off x="4651675" y="3287348"/>
            <a:ext cx="30723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3–5 ethical brands to co-pilot our Direct Lead Generation model as founding partners — with exclusive early-mover advantages and featured positioning at launch.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13CA9D-36DE-8A4F-BB0D-1693ABAA9A7D}"/>
              </a:ext>
            </a:extLst>
          </p:cNvPr>
          <p:cNvSpPr/>
          <p:nvPr/>
        </p:nvSpPr>
        <p:spPr>
          <a:xfrm>
            <a:off x="8463814" y="2520696"/>
            <a:ext cx="3291841" cy="2286000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7FB5A61B-51E3-61A6-D5CC-0BAF72E401F5}"/>
              </a:ext>
            </a:extLst>
          </p:cNvPr>
          <p:cNvSpPr txBox="1"/>
          <p:nvPr/>
        </p:nvSpPr>
        <p:spPr>
          <a:xfrm>
            <a:off x="8618888" y="2657856"/>
            <a:ext cx="3072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📣  Creator Network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FF174784-0240-721A-00EF-73052AE5EDF1}"/>
              </a:ext>
            </a:extLst>
          </p:cNvPr>
          <p:cNvSpPr txBox="1"/>
          <p:nvPr/>
        </p:nvSpPr>
        <p:spPr>
          <a:xfrm>
            <a:off x="8618888" y="3252216"/>
            <a:ext cx="30723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noProof="0" dirty="0">
                <a:solidFill>
                  <a:srgbClr val="F5F0E8"/>
                </a:solidFill>
                <a:latin typeface="Montserrat"/>
              </a:rPr>
              <a:t xml:space="preserve">20–30 fashion micro-creators aligned with sustainable fashion for the private beta — </a:t>
            </a:r>
            <a:r>
              <a:rPr lang="en-US" sz="1200" b="0" i="0" noProof="0" dirty="0">
                <a:solidFill>
                  <a:srgbClr val="F5F0E8"/>
                </a:solidFill>
                <a:latin typeface="Montserrat"/>
              </a:rPr>
              <a:t>the humans who will make WearAura worth opening every day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A29DBA-9E0E-27D0-31D2-AD00BA377D2A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F0EC074E-6983-C5F0-4264-5A72BD9E6852}"/>
              </a:ext>
            </a:extLst>
          </p:cNvPr>
          <p:cNvSpPr txBox="1"/>
          <p:nvPr/>
        </p:nvSpPr>
        <p:spPr>
          <a:xfrm>
            <a:off x="3756848" y="5998728"/>
            <a:ext cx="66002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5F0E8"/>
                </a:solidFill>
                <a:latin typeface="Montserrat"/>
              </a:rPr>
              <a:t>Idriss.bouamor@etu.estia.fr  ·  wearaura.netlify.app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28328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1D6E5-31B0-04EF-D368-6E7A9220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F5EA85D-F23C-A188-F0A7-DE99AD220E38}"/>
              </a:ext>
            </a:extLst>
          </p:cNvPr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E8EB5A61-F166-79A1-E1A4-79289669BDFE}"/>
              </a:ext>
            </a:extLst>
          </p:cNvPr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400" b="1" i="0" noProof="0" dirty="0">
                <a:solidFill>
                  <a:srgbClr val="D4AF37"/>
                </a:solidFill>
                <a:latin typeface="Cormorant Garamond"/>
              </a:rPr>
              <a:t>WEARAURA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3627D74E-8F7C-2785-6B89-C537982EAB7E}"/>
              </a:ext>
            </a:extLst>
          </p:cNvPr>
          <p:cNvSpPr txBox="1"/>
          <p:nvPr/>
        </p:nvSpPr>
        <p:spPr>
          <a:xfrm>
            <a:off x="731520" y="237744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0" i="1" noProof="0" dirty="0">
                <a:solidFill>
                  <a:srgbClr val="F5F0E8"/>
                </a:solidFill>
                <a:latin typeface="Cormorant Garamond"/>
              </a:rPr>
              <a:t>Style. Ethics. You.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115AFF-CD98-6B0D-50C1-ED639E8272BD}"/>
              </a:ext>
            </a:extLst>
          </p:cNvPr>
          <p:cNvSpPr/>
          <p:nvPr/>
        </p:nvSpPr>
        <p:spPr>
          <a:xfrm>
            <a:off x="3200400" y="3246120"/>
            <a:ext cx="5760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1B628867-AD36-3180-E44E-60DBE6CF123B}"/>
              </a:ext>
            </a:extLst>
          </p:cNvPr>
          <p:cNvSpPr txBox="1"/>
          <p:nvPr/>
        </p:nvSpPr>
        <p:spPr>
          <a:xfrm>
            <a:off x="1097280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D4AF37"/>
                </a:solidFill>
                <a:latin typeface="Cormorant Garamond"/>
              </a:rPr>
              <a:t>0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BE09705E-DE7A-85AE-5334-C9F169BE20E2}"/>
              </a:ext>
            </a:extLst>
          </p:cNvPr>
          <p:cNvSpPr txBox="1"/>
          <p:nvPr/>
        </p:nvSpPr>
        <p:spPr>
          <a:xfrm>
            <a:off x="109728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F5F0E8"/>
                </a:solidFill>
                <a:latin typeface="Montserrat"/>
              </a:rPr>
              <a:t>Server calls
for AI analysis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9F71F773-B715-BDCC-5BC7-B8BFEEAA034D}"/>
              </a:ext>
            </a:extLst>
          </p:cNvPr>
          <p:cNvSpPr txBox="1"/>
          <p:nvPr/>
        </p:nvSpPr>
        <p:spPr>
          <a:xfrm>
            <a:off x="4572000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D4AF37"/>
                </a:solidFill>
                <a:latin typeface="Cormorant Garamond"/>
              </a:rPr>
              <a:t>40×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977F94BC-9B5F-3BEF-DC6D-E53B0591BEA9}"/>
              </a:ext>
            </a:extLst>
          </p:cNvPr>
          <p:cNvSpPr txBox="1"/>
          <p:nvPr/>
        </p:nvSpPr>
        <p:spPr>
          <a:xfrm>
            <a:off x="4572000" y="4251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F5F0E8"/>
                </a:solidFill>
                <a:latin typeface="Montserrat"/>
              </a:rPr>
              <a:t>Less energy than
Google Lens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D0816B0E-0A55-A2F4-746E-B19BBBED387A}"/>
              </a:ext>
            </a:extLst>
          </p:cNvPr>
          <p:cNvSpPr txBox="1"/>
          <p:nvPr/>
        </p:nvSpPr>
        <p:spPr>
          <a:xfrm>
            <a:off x="8046719" y="3474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i="0" noProof="0" dirty="0">
                <a:solidFill>
                  <a:srgbClr val="D4AF37"/>
                </a:solidFill>
                <a:latin typeface="Cormorant Garamond"/>
              </a:rPr>
              <a:t>4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F0C8621-9D45-7937-5ED3-966F0041FC6B}"/>
              </a:ext>
            </a:extLst>
          </p:cNvPr>
          <p:cNvSpPr txBox="1"/>
          <p:nvPr/>
        </p:nvSpPr>
        <p:spPr>
          <a:xfrm>
            <a:off x="8046719" y="425196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noProof="0" dirty="0">
                <a:solidFill>
                  <a:srgbClr val="F5F0E8"/>
                </a:solidFill>
                <a:latin typeface="Montserrat"/>
              </a:rPr>
              <a:t>Revenue streams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51246A-EB8A-ABC9-E8CA-4C417FA716E0}"/>
              </a:ext>
            </a:extLst>
          </p:cNvPr>
          <p:cNvSpPr/>
          <p:nvPr/>
        </p:nvSpPr>
        <p:spPr>
          <a:xfrm>
            <a:off x="3200400" y="5029200"/>
            <a:ext cx="57607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DEAF67-5433-344D-D745-0F7E7B230CA4}"/>
              </a:ext>
            </a:extLst>
          </p:cNvPr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80400845-2147-5D77-9A05-DFF531E51F3D}"/>
              </a:ext>
            </a:extLst>
          </p:cNvPr>
          <p:cNvSpPr txBox="1"/>
          <p:nvPr/>
        </p:nvSpPr>
        <p:spPr>
          <a:xfrm>
            <a:off x="3756848" y="5998728"/>
            <a:ext cx="66002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5F0E8"/>
                </a:solidFill>
                <a:latin typeface="Montserrat"/>
              </a:rPr>
              <a:t>Idriss.bouamor@etu.estia.fr  ·  wearaura.netlify.app</a:t>
            </a:r>
            <a:endParaRPr lang="en-GB" sz="1200" b="0" i="0" noProof="0" dirty="0">
              <a:solidFill>
                <a:srgbClr val="F5F0E8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7766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365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800" b="1" i="0" noProof="0" dirty="0">
                <a:solidFill>
                  <a:srgbClr val="D4AF37"/>
                </a:solidFill>
                <a:latin typeface="Cormorant Garamond"/>
              </a:rPr>
              <a:t>Revenue Path</a:t>
            </a:r>
          </a:p>
        </p:txBody>
      </p:sp>
      <p:sp>
        <p:nvSpPr>
          <p:cNvPr id="4" name="TitleDivider"/>
          <p:cNvSpPr/>
          <p:nvPr/>
        </p:nvSpPr>
        <p:spPr>
          <a:xfrm>
            <a:off x="731520" y="1188719"/>
            <a:ext cx="1069848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Card1BG"/>
          <p:cNvSpPr/>
          <p:nvPr/>
        </p:nvSpPr>
        <p:spPr>
          <a:xfrm>
            <a:off x="365760" y="1798320"/>
            <a:ext cx="3697224" cy="357400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Card1Phase"/>
          <p:cNvSpPr txBox="1"/>
          <p:nvPr/>
        </p:nvSpPr>
        <p:spPr>
          <a:xfrm>
            <a:off x="50328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D4AF37"/>
                </a:solidFill>
                <a:latin typeface="Montserrat"/>
              </a:rPr>
              <a:t>PHASE 1  ·  NOW</a:t>
            </a:r>
          </a:p>
        </p:txBody>
      </p:sp>
      <p:sp>
        <p:nvSpPr>
          <p:cNvPr id="12" name="Card1NumBG"/>
          <p:cNvSpPr/>
          <p:nvPr/>
        </p:nvSpPr>
        <p:spPr>
          <a:xfrm>
            <a:off x="457200" y="2090000"/>
            <a:ext cx="375328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Card1Num"/>
          <p:cNvSpPr txBox="1"/>
          <p:nvPr/>
        </p:nvSpPr>
        <p:spPr>
          <a:xfrm>
            <a:off x="45720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B0B0B"/>
                </a:solidFill>
                <a:latin typeface="Montserrat"/>
              </a:rPr>
              <a:t>1</a:t>
            </a:r>
          </a:p>
        </p:txBody>
      </p:sp>
      <p:sp>
        <p:nvSpPr>
          <p:cNvPr id="14" name="Card1Name"/>
          <p:cNvSpPr txBox="1"/>
          <p:nvPr/>
        </p:nvSpPr>
        <p:spPr>
          <a:xfrm>
            <a:off x="91440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Affiliation</a:t>
            </a:r>
          </a:p>
        </p:txBody>
      </p:sp>
      <p:sp>
        <p:nvSpPr>
          <p:cNvPr id="15" name="Card1Body"/>
          <p:cNvSpPr txBox="1"/>
          <p:nvPr/>
        </p:nvSpPr>
        <p:spPr>
          <a:xfrm>
            <a:off x="50328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F5F0E8"/>
                </a:solidFill>
                <a:latin typeface="Montserrat"/>
              </a:rPr>
              <a:t>Commission on purchases via existing partner platforms (Vestiaire Collective, Vinted, ethical brands). Zero inventory, zero upfront cost.</a:t>
            </a:r>
          </a:p>
        </p:txBody>
      </p:sp>
      <p:sp>
        <p:nvSpPr>
          <p:cNvPr id="16" name="Card1Div"/>
          <p:cNvSpPr/>
          <p:nvPr/>
        </p:nvSpPr>
        <p:spPr>
          <a:xfrm>
            <a:off x="503280" y="3570000"/>
            <a:ext cx="310992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Card1Metric"/>
          <p:cNvSpPr txBox="1"/>
          <p:nvPr/>
        </p:nvSpPr>
        <p:spPr>
          <a:xfrm>
            <a:off x="50328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E8CC6A"/>
                </a:solidFill>
                <a:latin typeface="Montserrat"/>
              </a:rPr>
              <a:t>3–8% per sale  ·  0€ capex</a:t>
            </a:r>
          </a:p>
        </p:txBody>
      </p:sp>
      <p:sp>
        <p:nvSpPr>
          <p:cNvPr id="18" name="Card1Trigger"/>
          <p:cNvSpPr txBox="1"/>
          <p:nvPr/>
        </p:nvSpPr>
        <p:spPr>
          <a:xfrm>
            <a:off x="50328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Active from MVP launch</a:t>
            </a:r>
          </a:p>
        </p:txBody>
      </p:sp>
      <p:sp>
        <p:nvSpPr>
          <p:cNvPr id="40" name="Arrow1"/>
          <p:cNvSpPr txBox="1"/>
          <p:nvPr/>
        </p:nvSpPr>
        <p:spPr>
          <a:xfrm>
            <a:off x="4063000" y="3280000"/>
            <a:ext cx="1828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i="0" noProof="0" dirty="0">
                <a:solidFill>
                  <a:srgbClr val="D4AF37"/>
                </a:solidFill>
                <a:latin typeface="Montserrat"/>
              </a:rPr>
              <a:t>→</a:t>
            </a:r>
          </a:p>
        </p:txBody>
      </p:sp>
      <p:sp>
        <p:nvSpPr>
          <p:cNvPr id="20" name="Card2BG"/>
          <p:cNvSpPr/>
          <p:nvPr/>
        </p:nvSpPr>
        <p:spPr>
          <a:xfrm>
            <a:off x="4245864" y="1798320"/>
            <a:ext cx="3697224" cy="357400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Card2Phase"/>
          <p:cNvSpPr txBox="1"/>
          <p:nvPr/>
        </p:nvSpPr>
        <p:spPr>
          <a:xfrm>
            <a:off x="438336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D4AF37"/>
                </a:solidFill>
                <a:latin typeface="Montserrat"/>
              </a:rPr>
              <a:t>PHASE 2  ·  M+6</a:t>
            </a:r>
          </a:p>
        </p:txBody>
      </p:sp>
      <p:sp>
        <p:nvSpPr>
          <p:cNvPr id="22" name="Card2NumBG"/>
          <p:cNvSpPr/>
          <p:nvPr/>
        </p:nvSpPr>
        <p:spPr>
          <a:xfrm>
            <a:off x="4337280" y="2090000"/>
            <a:ext cx="375328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Card2Num"/>
          <p:cNvSpPr txBox="1"/>
          <p:nvPr/>
        </p:nvSpPr>
        <p:spPr>
          <a:xfrm>
            <a:off x="433728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B0B0B"/>
                </a:solidFill>
                <a:latin typeface="Montserrat"/>
              </a:rPr>
              <a:t>2</a:t>
            </a:r>
          </a:p>
        </p:txBody>
      </p:sp>
      <p:sp>
        <p:nvSpPr>
          <p:cNvPr id="24" name="Card2Name"/>
          <p:cNvSpPr txBox="1"/>
          <p:nvPr/>
        </p:nvSpPr>
        <p:spPr>
          <a:xfrm>
            <a:off x="479448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Marketplace</a:t>
            </a:r>
          </a:p>
        </p:txBody>
      </p:sp>
      <p:sp>
        <p:nvSpPr>
          <p:cNvPr id="25" name="Card2Body"/>
          <p:cNvSpPr txBox="1"/>
          <p:nvPr/>
        </p:nvSpPr>
        <p:spPr>
          <a:xfrm>
            <a:off x="438336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F5F0E8"/>
                </a:solidFill>
                <a:latin typeface="Montserrat"/>
              </a:rPr>
              <a:t>Own second-hand platform open to individuals and ethical brands. Higher margins, full data ownership, direct transactions with the community.</a:t>
            </a:r>
          </a:p>
        </p:txBody>
      </p:sp>
      <p:sp>
        <p:nvSpPr>
          <p:cNvPr id="26" name="Card2Div"/>
          <p:cNvSpPr/>
          <p:nvPr/>
        </p:nvSpPr>
        <p:spPr>
          <a:xfrm>
            <a:off x="4383360" y="3570000"/>
            <a:ext cx="310992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Card2Metric"/>
          <p:cNvSpPr txBox="1"/>
          <p:nvPr/>
        </p:nvSpPr>
        <p:spPr>
          <a:xfrm>
            <a:off x="438336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E8CC6A"/>
                </a:solidFill>
                <a:latin typeface="Montserrat"/>
              </a:rPr>
              <a:t>~12% take rate  ·  full data ownership</a:t>
            </a:r>
          </a:p>
        </p:txBody>
      </p:sp>
      <p:sp>
        <p:nvSpPr>
          <p:cNvPr id="28" name="Card2Trigger"/>
          <p:cNvSpPr txBox="1"/>
          <p:nvPr/>
        </p:nvSpPr>
        <p:spPr>
          <a:xfrm>
            <a:off x="438336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Trigger: 500 active users/month</a:t>
            </a:r>
          </a:p>
        </p:txBody>
      </p:sp>
      <p:sp>
        <p:nvSpPr>
          <p:cNvPr id="41" name="Arrow2"/>
          <p:cNvSpPr txBox="1"/>
          <p:nvPr/>
        </p:nvSpPr>
        <p:spPr>
          <a:xfrm>
            <a:off x="7943000" y="3280000"/>
            <a:ext cx="1828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200" b="1" i="0" noProof="0" dirty="0">
                <a:solidFill>
                  <a:srgbClr val="D4AF37"/>
                </a:solidFill>
                <a:latin typeface="Montserrat"/>
              </a:rPr>
              <a:t>→</a:t>
            </a:r>
          </a:p>
        </p:txBody>
      </p:sp>
      <p:sp>
        <p:nvSpPr>
          <p:cNvPr id="30" name="Card3BG"/>
          <p:cNvSpPr/>
          <p:nvPr/>
        </p:nvSpPr>
        <p:spPr>
          <a:xfrm>
            <a:off x="8125968" y="1798320"/>
            <a:ext cx="3697224" cy="3574009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Card3Phase"/>
          <p:cNvSpPr txBox="1"/>
          <p:nvPr/>
        </p:nvSpPr>
        <p:spPr>
          <a:xfrm>
            <a:off x="8263440" y="1889760"/>
            <a:ext cx="3200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1" i="0" noProof="0" dirty="0">
                <a:solidFill>
                  <a:srgbClr val="D4AF37"/>
                </a:solidFill>
                <a:latin typeface="Montserrat"/>
              </a:rPr>
              <a:t>PHASE 3  ·  M+12</a:t>
            </a:r>
          </a:p>
        </p:txBody>
      </p:sp>
      <p:sp>
        <p:nvSpPr>
          <p:cNvPr id="32" name="Card3NumBG"/>
          <p:cNvSpPr/>
          <p:nvPr/>
        </p:nvSpPr>
        <p:spPr>
          <a:xfrm>
            <a:off x="8217360" y="2090000"/>
            <a:ext cx="375328" cy="3753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3" name="Card3Num"/>
          <p:cNvSpPr txBox="1"/>
          <p:nvPr/>
        </p:nvSpPr>
        <p:spPr>
          <a:xfrm>
            <a:off x="8217360" y="2090000"/>
            <a:ext cx="375328" cy="37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i="0" noProof="0" dirty="0">
                <a:solidFill>
                  <a:srgbClr val="0B0B0B"/>
                </a:solidFill>
                <a:latin typeface="Montserrat"/>
              </a:rPr>
              <a:t>3</a:t>
            </a:r>
          </a:p>
        </p:txBody>
      </p:sp>
      <p:sp>
        <p:nvSpPr>
          <p:cNvPr id="34" name="Card3Name"/>
          <p:cNvSpPr txBox="1"/>
          <p:nvPr/>
        </p:nvSpPr>
        <p:spPr>
          <a:xfrm>
            <a:off x="8674560" y="2105000"/>
            <a:ext cx="2948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500" b="1" i="0" noProof="0" dirty="0">
                <a:solidFill>
                  <a:srgbClr val="D4AF37"/>
                </a:solidFill>
                <a:latin typeface="Montserrat"/>
              </a:rPr>
              <a:t>Ecosystem</a:t>
            </a:r>
          </a:p>
        </p:txBody>
      </p:sp>
      <p:sp>
        <p:nvSpPr>
          <p:cNvPr id="35" name="Card3Body"/>
          <p:cNvSpPr txBox="1"/>
          <p:nvPr/>
        </p:nvSpPr>
        <p:spPr>
          <a:xfrm>
            <a:off x="8263440" y="2530000"/>
            <a:ext cx="320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0" i="0" noProof="0" dirty="0">
                <a:solidFill>
                  <a:srgbClr val="F5F0E8"/>
                </a:solidFill>
                <a:latin typeface="Montserrat"/>
              </a:rPr>
              <a:t>Creator Pro subscriptions, brand partnerships (CPA + CPC), and SaaS data insights for ethical brands designing smarter collections.</a:t>
            </a:r>
          </a:p>
        </p:txBody>
      </p:sp>
      <p:sp>
        <p:nvSpPr>
          <p:cNvPr id="36" name="Card3Div"/>
          <p:cNvSpPr/>
          <p:nvPr/>
        </p:nvSpPr>
        <p:spPr>
          <a:xfrm>
            <a:off x="8263440" y="3570000"/>
            <a:ext cx="3109920" cy="45719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Card3Metric"/>
          <p:cNvSpPr txBox="1"/>
          <p:nvPr/>
        </p:nvSpPr>
        <p:spPr>
          <a:xfrm>
            <a:off x="8263440" y="366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noProof="0" dirty="0">
                <a:solidFill>
                  <a:srgbClr val="E8CC6A"/>
                </a:solidFill>
                <a:latin typeface="Montserrat"/>
              </a:rPr>
              <a:t>€9/mo  ·  10–15% CPA  ·  SaaS recurring</a:t>
            </a:r>
          </a:p>
        </p:txBody>
      </p:sp>
      <p:sp>
        <p:nvSpPr>
          <p:cNvPr id="38" name="Card3Trigger"/>
          <p:cNvSpPr txBox="1"/>
          <p:nvPr/>
        </p:nvSpPr>
        <p:spPr>
          <a:xfrm>
            <a:off x="8263440" y="3950000"/>
            <a:ext cx="3200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00" b="0" i="1" noProof="0" dirty="0">
                <a:solidFill>
                  <a:srgbClr val="888888"/>
                </a:solidFill>
                <a:latin typeface="Montserrat"/>
              </a:rPr>
              <a:t>Trigger: marketplace traction established</a:t>
            </a:r>
          </a:p>
        </p:txBody>
      </p:sp>
      <p:sp>
        <p:nvSpPr>
          <p:cNvPr id="50" name="BottomBar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Tagline"/>
          <p:cNvSpPr txBox="1"/>
          <p:nvPr/>
        </p:nvSpPr>
        <p:spPr>
          <a:xfrm>
            <a:off x="653732" y="5530000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0" i="1" noProof="0" dirty="0">
                <a:solidFill>
                  <a:srgbClr val="E8CC6A"/>
                </a:solidFill>
                <a:latin typeface="Montserrat"/>
              </a:rPr>
              <a:t>Capital-light start → Platform growth → Ecosystem monetization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2223</TotalTime>
  <Words>1315</Words>
  <Application>Microsoft Office PowerPoint</Application>
  <PresentationFormat>Personnalisé</PresentationFormat>
  <Paragraphs>236</Paragraphs>
  <Slides>13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Abadi</vt:lpstr>
      <vt:lpstr>Aptos</vt:lpstr>
      <vt:lpstr>Arial</vt:lpstr>
      <vt:lpstr>Arial Black</vt:lpstr>
      <vt:lpstr>Calibri</vt:lpstr>
      <vt:lpstr>Cormorant Garamond</vt:lpstr>
      <vt:lpstr>Montserrat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Idriss BOUAMOR</cp:lastModifiedBy>
  <cp:revision>3</cp:revision>
  <cp:lastPrinted>2026-05-03T22:06:17Z</cp:lastPrinted>
  <dcterms:created xsi:type="dcterms:W3CDTF">2013-01-27T09:14:16Z</dcterms:created>
  <dcterms:modified xsi:type="dcterms:W3CDTF">2026-06-05T10:31:22Z</dcterms:modified>
  <cp:category/>
</cp:coreProperties>
</file>